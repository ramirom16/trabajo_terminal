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2052274e15a4e44" /><Relationship Type="http://schemas.openxmlformats.org/officeDocument/2006/relationships/extended-properties" Target="/docProps/app.xml" Id="Ra799bff5381f478a" /><Relationship Type="http://schemas.openxmlformats.org/officeDocument/2006/relationships/officeDocument" Target="/ppt/presentation.xml" Id="R8e1eae2b909e402c" /></Relationships>
</file>

<file path=ppt/presentation.xml><?xml version="1.0" encoding="utf-8"?>
<p:presentation xmlns:p="http://schemas.openxmlformats.org/presentationml/2006/main">
  <p:sldMasterIdLst>
    <p:sldMasterId xmlns:r="http://schemas.openxmlformats.org/officeDocument/2006/relationships" id="2147483648" r:id="Rb093962b06184a74"/>
  </p:sldMasterIdLst>
  <p:notesMasterIdLst>
    <p:notesMasterId xmlns:r="http://schemas.openxmlformats.org/officeDocument/2006/relationships" r:id="R5e9cc939990542c4"/>
  </p:notesMasterIdLst>
  <p:sldIdLst>
    <p:sldId xmlns:r="http://schemas.openxmlformats.org/officeDocument/2006/relationships" id="256" r:id="R7d1497ea69554304"/>
    <p:sldId xmlns:r="http://schemas.openxmlformats.org/officeDocument/2006/relationships" id="257" r:id="R984b0e2307974f8d"/>
    <p:sldId xmlns:r="http://schemas.openxmlformats.org/officeDocument/2006/relationships" id="258" r:id="Rabe59593546246bb"/>
    <p:sldId xmlns:r="http://schemas.openxmlformats.org/officeDocument/2006/relationships" id="259" r:id="R981b35a423d14c93"/>
    <p:sldId xmlns:r="http://schemas.openxmlformats.org/officeDocument/2006/relationships" id="260" r:id="R7adaf32543c2415c"/>
    <p:sldId xmlns:r="http://schemas.openxmlformats.org/officeDocument/2006/relationships" id="261" r:id="Raefcf27b4a13431e"/>
    <p:sldId xmlns:r="http://schemas.openxmlformats.org/officeDocument/2006/relationships" id="262" r:id="R1c38afeb6c2c4fa6"/>
    <p:sldId xmlns:r="http://schemas.openxmlformats.org/officeDocument/2006/relationships" id="263" r:id="Rfb966a4d5f4d4544"/>
    <p:sldId xmlns:r="http://schemas.openxmlformats.org/officeDocument/2006/relationships" id="264" r:id="R5525744cbba4457e"/>
    <p:sldId xmlns:r="http://schemas.openxmlformats.org/officeDocument/2006/relationships" id="265" r:id="R5f05c271d75f4a17"/>
    <p:sldId xmlns:r="http://schemas.openxmlformats.org/officeDocument/2006/relationships" id="266" r:id="R23b79c6e1db545f5"/>
    <p:sldId xmlns:r="http://schemas.openxmlformats.org/officeDocument/2006/relationships" id="267" r:id="R24d7a7c0edd54171"/>
    <p:sldId xmlns:r="http://schemas.openxmlformats.org/officeDocument/2006/relationships" id="268" r:id="R32e2cd7f7bba40ec"/>
    <p:sldId xmlns:r="http://schemas.openxmlformats.org/officeDocument/2006/relationships" id="269" r:id="Rf033f65cb5b741f5"/>
    <p:sldId xmlns:r="http://schemas.openxmlformats.org/officeDocument/2006/relationships" id="270" r:id="R299e60414d9f48a2"/>
    <p:sldId xmlns:r="http://schemas.openxmlformats.org/officeDocument/2006/relationships" id="271" r:id="R67735b311a8f4055"/>
    <p:sldId xmlns:r="http://schemas.openxmlformats.org/officeDocument/2006/relationships" id="272" r:id="R509cf0cf66df4268"/>
    <p:sldId xmlns:r="http://schemas.openxmlformats.org/officeDocument/2006/relationships" id="273" r:id="R4640868740ba4b6c"/>
    <p:sldId xmlns:r="http://schemas.openxmlformats.org/officeDocument/2006/relationships" id="274" r:id="R5d9658eef5764a7d"/>
    <p:sldId xmlns:r="http://schemas.openxmlformats.org/officeDocument/2006/relationships" id="275" r:id="R5229212923fa4d3c"/>
    <p:sldId xmlns:r="http://schemas.openxmlformats.org/officeDocument/2006/relationships" id="276" r:id="Rf4d18f2377124b9b"/>
    <p:sldId xmlns:r="http://schemas.openxmlformats.org/officeDocument/2006/relationships" id="277" r:id="R19de137ccec34b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2286d474ea4717" /><Relationship Type="http://schemas.openxmlformats.org/officeDocument/2006/relationships/slideMaster" Target="/ppt/slideMasters/slideMaster1.xml" Id="Rb093962b06184a74" /><Relationship Type="http://schemas.openxmlformats.org/officeDocument/2006/relationships/notesMaster" Target="/ppt/notesMasters/notesMaster1.xml" Id="R5e9cc939990542c4" /><Relationship Type="http://schemas.openxmlformats.org/officeDocument/2006/relationships/presProps" Target="/ppt/presProps.xml" Id="R6be26f3c669648a6" /><Relationship Type="http://schemas.openxmlformats.org/officeDocument/2006/relationships/tableStyles" Target="/ppt/tableStyles.xml" Id="R85f8ab34e7a245f4" /><Relationship Type="http://schemas.openxmlformats.org/officeDocument/2006/relationships/slide" Target="/ppt/slides/slide1.xml" Id="R7d1497ea69554304" /><Relationship Type="http://schemas.openxmlformats.org/officeDocument/2006/relationships/slide" Target="/ppt/slides/slide2.xml" Id="R984b0e2307974f8d" /><Relationship Type="http://schemas.openxmlformats.org/officeDocument/2006/relationships/slide" Target="/ppt/slides/slide3.xml" Id="Rabe59593546246bb" /><Relationship Type="http://schemas.openxmlformats.org/officeDocument/2006/relationships/slide" Target="/ppt/slides/slide4.xml" Id="R981b35a423d14c93" /><Relationship Type="http://schemas.openxmlformats.org/officeDocument/2006/relationships/slide" Target="/ppt/slides/slide5.xml" Id="R7adaf32543c2415c" /><Relationship Type="http://schemas.openxmlformats.org/officeDocument/2006/relationships/slide" Target="/ppt/slides/slide6.xml" Id="Raefcf27b4a13431e" /><Relationship Type="http://schemas.openxmlformats.org/officeDocument/2006/relationships/slide" Target="/ppt/slides/slide7.xml" Id="R1c38afeb6c2c4fa6" /><Relationship Type="http://schemas.openxmlformats.org/officeDocument/2006/relationships/slide" Target="/ppt/slides/slide8.xml" Id="Rfb966a4d5f4d4544" /><Relationship Type="http://schemas.openxmlformats.org/officeDocument/2006/relationships/slide" Target="/ppt/slides/slide9.xml" Id="R5525744cbba4457e" /><Relationship Type="http://schemas.openxmlformats.org/officeDocument/2006/relationships/slide" Target="/ppt/slides/slide10.xml" Id="R5f05c271d75f4a17" /><Relationship Type="http://schemas.openxmlformats.org/officeDocument/2006/relationships/slide" Target="/ppt/slides/slide11.xml" Id="R23b79c6e1db545f5" /><Relationship Type="http://schemas.openxmlformats.org/officeDocument/2006/relationships/slide" Target="/ppt/slides/slide12.xml" Id="R24d7a7c0edd54171" /><Relationship Type="http://schemas.openxmlformats.org/officeDocument/2006/relationships/slide" Target="/ppt/slides/slide13.xml" Id="R32e2cd7f7bba40ec" /><Relationship Type="http://schemas.openxmlformats.org/officeDocument/2006/relationships/slide" Target="/ppt/slides/slide14.xml" Id="Rf033f65cb5b741f5" /><Relationship Type="http://schemas.openxmlformats.org/officeDocument/2006/relationships/slide" Target="/ppt/slides/slide15.xml" Id="R299e60414d9f48a2" /><Relationship Type="http://schemas.openxmlformats.org/officeDocument/2006/relationships/slide" Target="/ppt/slides/slide16.xml" Id="R67735b311a8f4055" /><Relationship Type="http://schemas.openxmlformats.org/officeDocument/2006/relationships/slide" Target="/ppt/slides/slide17.xml" Id="R509cf0cf66df4268" /><Relationship Type="http://schemas.openxmlformats.org/officeDocument/2006/relationships/slide" Target="/ppt/slides/slide18.xml" Id="R4640868740ba4b6c" /><Relationship Type="http://schemas.openxmlformats.org/officeDocument/2006/relationships/slide" Target="/ppt/slides/slide19.xml" Id="R5d9658eef5764a7d" /><Relationship Type="http://schemas.openxmlformats.org/officeDocument/2006/relationships/slide" Target="/ppt/slides/slide20.xml" Id="R5229212923fa4d3c" /><Relationship Type="http://schemas.openxmlformats.org/officeDocument/2006/relationships/slide" Target="/ppt/slides/slide21.xml" Id="Rf4d18f2377124b9b" /><Relationship Type="http://schemas.openxmlformats.org/officeDocument/2006/relationships/slide" Target="/ppt/slides/slide22.xml" Id="R19de137ccec34b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53e0d1625b44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269d9188734468" /><Relationship Type="http://schemas.openxmlformats.org/officeDocument/2006/relationships/notesMaster" Target="/ppt/notesMasters/notesMaster1.xml" Id="Ra0a55860b4144d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3ed3e3f1ca4f69" /><Relationship Type="http://schemas.openxmlformats.org/officeDocument/2006/relationships/notesMaster" Target="/ppt/notesMasters/notesMaster1.xml" Id="R364db708728e46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9ed2ce9b5e4b14" /><Relationship Type="http://schemas.openxmlformats.org/officeDocument/2006/relationships/notesMaster" Target="/ppt/notesMasters/notesMaster1.xml" Id="R2e08509b639546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432a0ce23e47fc" /><Relationship Type="http://schemas.openxmlformats.org/officeDocument/2006/relationships/notesMaster" Target="/ppt/notesMasters/notesMaster1.xml" Id="R98b182ccb35d47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4cf98f12ac4f74" /><Relationship Type="http://schemas.openxmlformats.org/officeDocument/2006/relationships/notesMaster" Target="/ppt/notesMasters/notesMaster1.xml" Id="R5be3a95d8ab945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c5366744784359" /><Relationship Type="http://schemas.openxmlformats.org/officeDocument/2006/relationships/notesMaster" Target="/ppt/notesMasters/notesMaster1.xml" Id="R7c9608b447a94c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86f05ebe75426e" /><Relationship Type="http://schemas.openxmlformats.org/officeDocument/2006/relationships/notesMaster" Target="/ppt/notesMasters/notesMaster1.xml" Id="Rff5f2fb8226b4e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deb4e5b5244c29" /><Relationship Type="http://schemas.openxmlformats.org/officeDocument/2006/relationships/notesMaster" Target="/ppt/notesMasters/notesMaster1.xml" Id="R88fdde4cdbf344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0bf18b1e9e48f7" /><Relationship Type="http://schemas.openxmlformats.org/officeDocument/2006/relationships/notesMaster" Target="/ppt/notesMasters/notesMaster1.xml" Id="R687acfa0355a43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622c5767f64062" /><Relationship Type="http://schemas.openxmlformats.org/officeDocument/2006/relationships/notesMaster" Target="/ppt/notesMasters/notesMaster1.xml" Id="R4f24b34c56be4e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6def84eae844db" /><Relationship Type="http://schemas.openxmlformats.org/officeDocument/2006/relationships/notesMaster" Target="/ppt/notesMasters/notesMaster1.xml" Id="R8c55809240144c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2f30ca557b4089" /><Relationship Type="http://schemas.openxmlformats.org/officeDocument/2006/relationships/notesMaster" Target="/ppt/notesMasters/notesMaster1.xml" Id="R704ea857273b45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411346f57845a5" /><Relationship Type="http://schemas.openxmlformats.org/officeDocument/2006/relationships/notesMaster" Target="/ppt/notesMasters/notesMaster1.xml" Id="Rbede7048628746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e340e1cfce41d6" /><Relationship Type="http://schemas.openxmlformats.org/officeDocument/2006/relationships/notesMaster" Target="/ppt/notesMasters/notesMaster1.xml" Id="R74ed22f9a71f43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ed79c49360408c" /><Relationship Type="http://schemas.openxmlformats.org/officeDocument/2006/relationships/notesMaster" Target="/ppt/notesMasters/notesMaster1.xml" Id="R39e31a24b1254b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2dac4cdff644a5" /><Relationship Type="http://schemas.openxmlformats.org/officeDocument/2006/relationships/notesMaster" Target="/ppt/notesMasters/notesMaster1.xml" Id="R9811f829376a4d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6ad45c8629e418a" /><Relationship Type="http://schemas.openxmlformats.org/officeDocument/2006/relationships/notesMaster" Target="/ppt/notesMasters/notesMaster1.xml" Id="R55a1a224e0394c2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7634acff224682" /><Relationship Type="http://schemas.openxmlformats.org/officeDocument/2006/relationships/notesMaster" Target="/ppt/notesMasters/notesMaster1.xml" Id="Rc2be4f180be442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8035cda0de4443" /><Relationship Type="http://schemas.openxmlformats.org/officeDocument/2006/relationships/notesMaster" Target="/ppt/notesMasters/notesMaster1.xml" Id="Re9560dabb0b744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4eb982fd614ee7" /><Relationship Type="http://schemas.openxmlformats.org/officeDocument/2006/relationships/notesMaster" Target="/ppt/notesMasters/notesMaster1.xml" Id="Reb0476d093aa48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10f6f3846a64b87" /><Relationship Type="http://schemas.openxmlformats.org/officeDocument/2006/relationships/notesMaster" Target="/ppt/notesMasters/notesMaster1.xml" Id="Ra8a9e62e83594cf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1b9c60b40049dd" /><Relationship Type="http://schemas.openxmlformats.org/officeDocument/2006/relationships/notesMaster" Target="/ppt/notesMasters/notesMaster1.xml" Id="R4ad7f17ea3ef47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Como respaldo oral: UINT8 no tiene signo y representa códigos de 0 a 255. FP32 utiliza cuatro bytes por valor e INT8 uno. La reducción del archivo completo depende de los componentes que conserva el modelo.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extraída del reporte TT1 para ejemplificar visualmente la cuantización, con rango reducido y sin representar parámetros del modelo. x_int es el código entero; qmin y qmax son sus límites. Se utiliza x_int para distinguirlo de la posición articular q que se presenta después. clip limita el código al rango admitido. El símbolo x̂ representa el valor reconstruido.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describe el modelo mediante un grafo de operadores y tensores; ONNX Runtime es la herramienta utilizada para ejecutarlo.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RNEA utiliza posición y velocidad actuales, junto con aceleración deseada. El torque total se utiliza como objetivo de entrenamiento. El error de posición es referencia menos posición actual; el error de velocidad es velocidad deseada menos velocidad actual. Los 151.2 µs corresponden al control RNEA + PD integrado.</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 + 1158 sesgos = 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aporta una característica de entrada. La red produce el torque total, seguido de desnormalización y saturación provisional. La posición y velocidad medidas en simulación se realimentan a la preparación de entradas y al cálculo RNEA. La aceleración actual se fija a cero durante el despliegue, como se explica en la siguiente lámina. No se vuelve a sumar RNEA a la salida.</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42=7 grupos de6: q,dq,ddq,qd,dqd,ddqd,tauRNEA; seis objetivos de torque. Entrenamiento Adam0.002,batch512,500épocas configuradas,scheduler paciencia15. No presentar 50000 filas sin cotejo. Escaladores ajustados antes de partición constituyen limitación de evaluación independiente. La aceleración cero es simplificación no ventaja probada; evaluar retirarla implicaría 36 entradas y reentrenamiento.</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Pesos cuantizados fuera de línea; escalas y puntos cero activaciones calculados en inferencia. No calibración estática como paso realizado. QAT no se evaluó en TT1. Mismos parámetros y capas. Ejecución CPU sin garantizar backend SIMD particular.</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ejemplo matemático no un registro del ensayo. Tres esquemas: control RNEA + PD, predictorFP32, predictorINT8. MedidasCPU/OS. Conteos nominales por frecuencia/duración no son mensajes efectivos; no usarN300000como conteo confirmado.</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0cc50f0b1b4a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28ce96ff4b48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e0b01cd69f4b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7fe7c99f9b4d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2550cc2ad044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094e7e230a42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A56F53-F599-4827-AB3B-5408CE078E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12C6FC-F674-4D21-B005-D739DCD13A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E0FAF4-DE4B-455C-AEB8-F2B02FD7F6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22734D-C5F4-401D-8723-98E0676173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D12FD1-C6E3-4E7C-9E15-DE9B5E07F0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925658-0DEF-4A89-A9B8-02B95B374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5D34DC-5566-4D40-85D6-6459D20ECD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2D5852-3E6C-402F-BC40-F7562AFBB8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CD015A-E54E-48F9-BE72-80D774725C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95EA0B-068A-4921-9936-23A29A81B8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afb6435ee94881" /><Relationship Type="http://schemas.openxmlformats.org/officeDocument/2006/relationships/slideLayout" Target="/ppt/slideLayouts/slideLayout1.xml" Id="R2a0105492c2547be" /><Relationship Type="http://schemas.openxmlformats.org/officeDocument/2006/relationships/slideLayout" Target="/ppt/slideLayouts/slideLayout2.xml" Id="R97ea221b259e484a" /><Relationship Type="http://schemas.openxmlformats.org/officeDocument/2006/relationships/slideLayout" Target="/ppt/slideLayouts/slideLayout3.xml" Id="Ra780856b8a9b419e" /><Relationship Type="http://schemas.openxmlformats.org/officeDocument/2006/relationships/slideLayout" Target="/ppt/slideLayouts/slideLayout4.xml" Id="Rc32e70944f244a6c" /><Relationship Type="http://schemas.openxmlformats.org/officeDocument/2006/relationships/slideLayout" Target="/ppt/slideLayouts/slideLayout5.xml" Id="Rfa5b4a99d78e4b95" /><Relationship Type="http://schemas.openxmlformats.org/officeDocument/2006/relationships/slideLayout" Target="/ppt/slideLayouts/slideLayout6.xml" Id="R4aea7c82b1c949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0105492c2547be"/>
    <p:sldLayoutId xmlns:r="http://schemas.openxmlformats.org/officeDocument/2006/relationships" id="2147483650" r:id="R97ea221b259e484a"/>
    <p:sldLayoutId xmlns:r="http://schemas.openxmlformats.org/officeDocument/2006/relationships" id="2147483651" r:id="Ra780856b8a9b419e"/>
    <p:sldLayoutId xmlns:r="http://schemas.openxmlformats.org/officeDocument/2006/relationships" id="2147483652" r:id="Rc32e70944f244a6c"/>
    <p:sldLayoutId xmlns:r="http://schemas.openxmlformats.org/officeDocument/2006/relationships" id="2147483653" r:id="Rfa5b4a99d78e4b95"/>
    <p:sldLayoutId xmlns:r="http://schemas.openxmlformats.org/officeDocument/2006/relationships" id="2147483654" r:id="R4aea7c82b1c949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fe739cf2d44f1a" /><Relationship Type="http://schemas.openxmlformats.org/officeDocument/2006/relationships/notesSlide" Target="/ppt/notesSlides/notesSlide1.xml" Id="R2d87737df29e49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a6418613d64602" /><Relationship Type="http://schemas.openxmlformats.org/officeDocument/2006/relationships/notesSlide" Target="/ppt/notesSlides/notesSlide2.xml" Id="R5aec845d265d4e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c332864b664621" /><Relationship Type="http://schemas.openxmlformats.org/officeDocument/2006/relationships/notesSlide" Target="/ppt/notesSlides/notesSlide3.xml" Id="Rd0933aa0851541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6937d83e794ba2" /><Relationship Type="http://schemas.openxmlformats.org/officeDocument/2006/relationships/notesSlide" Target="/ppt/notesSlides/notesSlide4.xml" Id="Rdbc6bdabee574a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c49d8831c6413b" /><Relationship Type="http://schemas.openxmlformats.org/officeDocument/2006/relationships/notesSlide" Target="/ppt/notesSlides/notesSlide5.xml" Id="Rea4551918dba43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514298d8c140bd" /><Relationship Type="http://schemas.openxmlformats.org/officeDocument/2006/relationships/notesSlide" Target="/ppt/notesSlides/notesSlide6.xml" Id="Re6f05bc9eabe41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03a86ee8314dba" /><Relationship Type="http://schemas.openxmlformats.org/officeDocument/2006/relationships/image" Target="/ppt/media/image.png" Id="R30fd1dcb2206457d" /><Relationship Type="http://schemas.openxmlformats.org/officeDocument/2006/relationships/notesSlide" Target="/ppt/notesSlides/notesSlide7.xml" Id="R8a7de55700874b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b40fcea5e54aa4" /><Relationship Type="http://schemas.openxmlformats.org/officeDocument/2006/relationships/notesSlide" Target="/ppt/notesSlides/notesSlide8.xml" Id="R4a7ab966d26f48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f25b5df0a64104" /><Relationship Type="http://schemas.openxmlformats.org/officeDocument/2006/relationships/notesSlide" Target="/ppt/notesSlides/notesSlide9.xml" Id="Rcdbbc874769447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c2a4112e8214cf4" /><Relationship Type="http://schemas.openxmlformats.org/officeDocument/2006/relationships/image" Target="/ppt/media/image2.png" Id="Rd428d92401fd4982" /><Relationship Type="http://schemas.openxmlformats.org/officeDocument/2006/relationships/notesSlide" Target="/ppt/notesSlides/notesSlide10.xml" Id="Rc6254a7788e347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7602568fc994bcd" /><Relationship Type="http://schemas.openxmlformats.org/officeDocument/2006/relationships/notesSlide" Target="/ppt/notesSlides/notesSlide11.xml" Id="R8940242e058d4b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cfe7003d74544bf" /><Relationship Type="http://schemas.openxmlformats.org/officeDocument/2006/relationships/image" Target="/ppt/media/image3.png" Id="R82e79ab9549e448f" /><Relationship Type="http://schemas.openxmlformats.org/officeDocument/2006/relationships/notesSlide" Target="/ppt/notesSlides/notesSlide12.xml" Id="Rf63c6214f5654c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1b7845fda24a22" /><Relationship Type="http://schemas.openxmlformats.org/officeDocument/2006/relationships/notesSlide" Target="/ppt/notesSlides/notesSlide13.xml" Id="R1ec1b5cd5cb448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fdfd0069394ad4" /><Relationship Type="http://schemas.openxmlformats.org/officeDocument/2006/relationships/notesSlide" Target="/ppt/notesSlides/notesSlide14.xml" Id="Re0cff056894347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aa65d82bb84e0e" /><Relationship Type="http://schemas.openxmlformats.org/officeDocument/2006/relationships/image" Target="/ppt/media/image4.png" Id="R5b643b83347141e7" /><Relationship Type="http://schemas.openxmlformats.org/officeDocument/2006/relationships/notesSlide" Target="/ppt/notesSlides/notesSlide15.xml" Id="R18b412376c6c4d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066fde5ca72488b" /><Relationship Type="http://schemas.openxmlformats.org/officeDocument/2006/relationships/image" Target="/ppt/media/image5.png" Id="Rb1d09401fe0c46e3" /><Relationship Type="http://schemas.openxmlformats.org/officeDocument/2006/relationships/notesSlide" Target="/ppt/notesSlides/notesSlide16.xml" Id="R740b801f9da24a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673026f07ee4716" /><Relationship Type="http://schemas.openxmlformats.org/officeDocument/2006/relationships/chart" Target="/ppt/slides/charts/chart1.xml" Id="R524a583a315c4530" /><Relationship Type="http://schemas.openxmlformats.org/officeDocument/2006/relationships/notesSlide" Target="/ppt/notesSlides/notesSlide17.xml" Id="R6978af878de34f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2c103e696fa47f7" /><Relationship Type="http://schemas.openxmlformats.org/officeDocument/2006/relationships/chart" Target="/ppt/slides/charts/chart2.xml" Id="R21c91124187148bd" /><Relationship Type="http://schemas.openxmlformats.org/officeDocument/2006/relationships/notesSlide" Target="/ppt/notesSlides/notesSlide18.xml" Id="R2e88ac65300643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01ddb32097247f1" /><Relationship Type="http://schemas.openxmlformats.org/officeDocument/2006/relationships/chart" Target="/ppt/slides/charts/chart3.xml" Id="Ra136971fe1f54a01" /><Relationship Type="http://schemas.openxmlformats.org/officeDocument/2006/relationships/notesSlide" Target="/ppt/notesSlides/notesSlide19.xml" Id="Rbcefdb8dea0945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6b6e488b8b44e85" /><Relationship Type="http://schemas.openxmlformats.org/officeDocument/2006/relationships/notesSlide" Target="/ppt/notesSlides/notesSlide20.xml" Id="Rae75af8dae4f49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a30c23a2244063" /><Relationship Type="http://schemas.openxmlformats.org/officeDocument/2006/relationships/notesSlide" Target="/ppt/notesSlides/notesSlide21.xml" Id="R047fc048afb44e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7e11bed27e84c42" /><Relationship Type="http://schemas.openxmlformats.org/officeDocument/2006/relationships/notesSlide" Target="/ppt/notesSlides/notesSlide22.xml" Id="Rd78030b1c4ab4a8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Analítico</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1BB554-7C4E-4091-8067-0D4038D034D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543E26-5CCE-4F0C-88B6-FA37A3E3BD3F}"/>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31978E33-BC17-4188-992A-E9FED9E30C49}"/>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03773B90-A8A7-48E6-A360-9D86948435F9}"/>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8D202439-5FD3-4529-8556-15AD9AA11A35}"/>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25D7476A-80C1-4225-B619-092A017C4F27}"/>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C91D012C-5212-4B00-B78A-0935AB6D99CC}"/>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5B05F5AC-2D4B-4FE8-836C-B16B761EF26C}"/>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11D4828D-80C9-4292-A9D5-3A45DEAB7B62}"/>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14262968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314A994-F657-4E36-AD02-4285864212B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7CFCE0-1457-418D-9073-791A7C159A3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5249E1B5-F899-42EE-82FB-297A47C33C7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6879D8F9-FA41-4BEE-ADDC-255032947CC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D30F55E-48CF-49D4-8437-6616619F5D8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3B86BFDE-10D2-4C24-B162-389A974A304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37D54272-15EA-459B-9FC7-FFC0235D8D2B}"/>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129DEC8D-58F6-4047-8716-9EC5931A4C0E}"/>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8ADDC1C1-5EA2-40F2-85B5-ED976FE646D8}"/>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04BD7C83-CAA8-4790-9D30-F4442A13979C}"/>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904FC008-B2BB-4413-AF5F-96DAAF6AF702}"/>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16DD1B6C-378C-4092-8EC6-C82501A2EC60}"/>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B1C2E3EC-A5EC-47AA-80B2-AAE39AA4A87D}"/>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12396D2E-55E2-4FCE-A53A-1B3C087F8394}"/>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7EC9B6A9-F955-4720-B5F1-2DB451FDB50E}"/>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7BC7D578-DC2C-401F-A611-1475BBA56DAA}"/>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2939686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2A69DF8-988A-49E0-A825-6D6158FA7E9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BF9919-932A-46F2-B108-FEF10AD6528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E033F562-ACAA-42B3-9CB0-A730FB3E568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935AE654-EB6E-4F40-8F12-C02481A1DE0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099906-543F-491C-8769-5BEDB32F672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DB247B66-2DE2-47FB-974E-9152EA345BD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91CB4FEC-020D-4E28-A7D2-F932225B5836}"/>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32933626-5108-41C9-AF86-59C712763434}"/>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13EB4D61-B400-4808-AF62-AE35C9B74E05}"/>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0D1FD8A1-CA46-41A1-9D4C-AAC1EF89823C}"/>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A2FCEA8B-E017-49A6-9A00-13360E50DB43}"/>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67A03D5A-6307-4C53-8680-0DD122A83D7E}"/>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BC8044F7-94AD-4C76-BD52-DDE0492BB949}"/>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FC895C45-11C4-40D1-AFBE-02077D4597F7}"/>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8610877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00276E-43AD-4F2D-8A24-00ED6FA3EC2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BD0B83-B418-46FD-A4B1-9C65EE4ABB12}"/>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CBAA7C9F-2005-4DF7-B7DD-39B76E7F032D}"/>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C79A91CB-90BA-4E34-930E-9D1B3E31776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ED512B-86CB-41EB-89F6-19B1076FF7B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D47AE6C8-B852-4EED-BCB1-07F81D5BB92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05E6BC69-A34B-47C8-B247-08DD92A96C71}"/>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A30E25B9-47F3-4625-BBC7-36F188B6E7D0}"/>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87BF8A-69D1-4305-8D51-FEB54845E763}"/>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10459825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C724BE-9955-4A2E-8C54-CC28E96DB5E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94B178-2A28-4544-AD12-35C86BDAD51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036B3D58-3EFF-4DC3-8079-01492BD0C3F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C1803B9B-FC79-4996-BC2A-8CF6E1C5EF9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8CBEF2-21F6-4DC6-A5A7-DAD2DD6330C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CDB099E8-B6FE-4866-96C5-16BF26968BE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A741BCA7-5A5A-464F-B8C9-B28C12D52E89}"/>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804192B2-3E39-4C94-9834-E39B224689D2}"/>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7AF82250-1877-4142-82D7-964650D589DD}"/>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E78F2EEE-4533-45E6-8D37-C312079A80DF}"/>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87018231-4495-4FBD-8506-A9D41721F0BF}"/>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FE11210D-B0A0-4F1B-921A-A23A5CC5B31F}"/>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63C320C4-6E93-4951-B487-5238C3639477}"/>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4B1CACD6-5545-4446-B359-4776F8FDE704}"/>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17307220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6171E29-4BC1-4A46-A316-4080CD0668B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95C360-8561-42EC-AC41-A1297D7F29A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FD23094D-769E-452B-9EBB-5DC415025A0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7E537F66-BDB7-4E64-92E7-8B20AB8118E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E40AB2-BFE3-4FD1-981F-791864874B7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C365C73F-5BEF-4D6A-880B-164E0FDFCFD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3B2AC0E5-E028-4870-9F65-3466CBE4CCBF}"/>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B7125E72-C25D-4B27-855D-6BC478F76690}"/>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BF6A6E6-9DB1-4FB1-AB92-5F4892D85963}"/>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CF391223-C3BE-4406-916B-24E34BEF5076}"/>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A7F1BA-F53D-4FC5-9AF7-2FFC164A460B}"/>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1D7A5743-00B0-4943-A966-6C85351C734F}"/>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7D22F4-3D74-4958-8E77-0A3FF8C8F410}"/>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5F6B46BD-D2D4-42D0-AACE-C47D3D2C3444}"/>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AEF6D8A6-479C-4582-A791-14ADFFCCBED4}"/>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BFB6FF4-D589-4B7A-A48A-EC22BD66CA58}"/>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A18ED4E2-9140-48DD-A31C-D21FCE8690A3}"/>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1460AA3-4210-444E-A2C4-6EC22D9921C6}"/>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CF78AA21-70DB-4158-B676-69F86CCB7D65}"/>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68DCE9-867A-4570-9634-B56D69CF0D2C}"/>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FF2ED835-B614-48AC-B23F-EDAB2DD2031A}"/>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437EEC7-A42C-4857-AD84-626E7A2B8B0A}"/>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8A4429C6-FBCF-4238-B3EA-022E0EB75CC8}"/>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49148A9-6E4B-4AFE-A9CE-E50035C78C87}"/>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E8F7BCC9-FA21-4025-B415-43B0CA915DF9}"/>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EC0B41B-30A5-4005-A4E4-90D08C3E5A10}"/>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E426499B-D4D6-4654-9A63-0569D8998D81}"/>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719B120-7931-4CBC-8027-C549D39CF79A}"/>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D4321186-7C50-4B1F-88A3-DC0A6950580F}"/>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300CDC2-5042-4DDF-B49F-D043762DF2AF}"/>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14C10A4A-C9C2-4750-96AF-79DA6EC35905}"/>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D5CA60F1-C581-42CE-B8AF-4B3493A05F71}"/>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31352311-A29E-4EAC-9E21-A797BCD2CA04}"/>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5358081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2DC840-1E90-430F-98F7-3DA4509DB07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6FFA83-4718-443D-A1E1-8016483F386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0A13470C-5285-4E63-95DA-737E7389A79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114CBC05-BF1A-4D40-9DB7-C0E8CA64A14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B07039B-10B7-47DB-A7A8-F8D34A50A88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6A7A63D1-4CA8-4F9D-AEEE-0753A2A58CC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64AA542F-CBEF-48C6-B6B6-9A3F0B6C9CB1}"/>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91D4E54F-5641-4E40-83DA-FD74D5B7F68F}"/>
              </a:ext>
            </a:extLst>
          </p:cNvPr>
          <p:cNvSpPr>
            <a:spLocks xmlns:a="http://schemas.openxmlformats.org/drawingml/2006/main" noGrp="1"/>
          </p:cNvSpPr>
          <p:nvPr/>
        </p:nvSpPr>
        <p:spPr>
          <a:xfrm xmlns:a="http://schemas.openxmlformats.org/drawingml/2006/main">
            <a:off x="714375" y="2933700"/>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 (xmax − xmin) / (qmax − qmin)</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x_int = clip(round(x/S) + Z,</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                    qmin, qmax)</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 S(x_int − Z)</a:t>
            </a:r>
          </a:p>
        </p:txBody>
      </p:sp>
      <p:sp>
        <p:nvSpPr>
          <p:cNvPr id="9" name="">
            <a:extLst xmlns:a="http://schemas.openxmlformats.org/drawingml/2006/main">
              <a:ext uri="{FF2B5EF4-FFF2-40B4-BE49-F238E27FC236}">
                <a16:creationId xmlns:a16="http://schemas.microsoft.com/office/drawing/2014/main" id="{A385B916-F509-44CC-BC8C-2A85C9442986}"/>
              </a:ext>
            </a:extLst>
          </p:cNvPr>
          <p:cNvSpPr>
            <a:spLocks xmlns:a="http://schemas.openxmlformats.org/drawingml/2006/main" noGrp="1"/>
          </p:cNvSpPr>
          <p:nvPr/>
        </p:nvSpPr>
        <p:spPr>
          <a:xfrm xmlns:a="http://schemas.openxmlformats.org/drawingml/2006/main">
            <a:off x="714375" y="4943475"/>
            <a:ext cx="53816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separación entre niveles</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Z: código que representa el cero real</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valor reconstruido</a:t>
            </a:r>
          </a:p>
        </p:txBody>
      </p:sp>
      <p:pic>
        <p:nvPicPr>
          <p:cNvPr id="10" name="">
            <a:extLst xmlns:a="http://schemas.openxmlformats.org/drawingml/2006/main">
              <a:ext uri="{FF2B5EF4-FFF2-40B4-BE49-F238E27FC236}">
                <a16:creationId xmlns:a16="http://schemas.microsoft.com/office/drawing/2014/main" id="{24264F28-A4D3-4A1E-BB98-B53631A608F0}"/>
              </a:ext>
            </a:extLst>
          </p:cNvPr>
          <p:cNvPicPr>
            <a:picLocks xmlns:a="http://schemas.openxmlformats.org/drawingml/2006/main" noChangeAspect="1"/>
          </p:cNvPicPr>
          <p:nvPr/>
        </p:nvPicPr>
        <p:blipFill>
          <a:blip xmlns:r="http://schemas.openxmlformats.org/officeDocument/2006/relationships" xmlns:a="http://schemas.openxmlformats.org/drawingml/2006/main" r:embed="R30fd1dcb2206457d"/>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0DD8834-B1FB-45E8-AFDA-E0B9ACA41B4C}"/>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Figura extraída del reporte TT1; ejemplo visual.</a:t>
            </a:r>
          </a:p>
        </p:txBody>
      </p:sp>
    </p:spTree>
    <p:extLst>
      <p:ext uri="{BB962C8B-B14F-4D97-AF65-F5344CB8AC3E}">
        <p14:creationId xmlns:p14="http://schemas.microsoft.com/office/powerpoint/2010/main" val="18540951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D8A9FE-B9B2-490C-A11A-031245062D2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5301CB-E465-4D41-BE14-8BD9ADAA522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FD0826F2-C61B-4B93-B57B-303EBB04CC49}"/>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CB612939-BCDA-4CDB-8AB9-2310D157B28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DB0E1C-F897-4F46-AF66-FC7B932F181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CFB8C081-C7BA-42E0-82E0-7D46DFB4B81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ABAB6A29-CE46-42AC-9A15-159B7C99D70C}"/>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534A408C-8FEE-4960-A5CD-74DF5980BCBF}"/>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B769FA-1719-4192-8684-354A12F1DB80}"/>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33879F66-4A66-47EE-A4A6-BC80FF62A843}"/>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67991E-7D67-4D25-A7C0-67D4E742DFBC}"/>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09703F4D-61F8-465B-AF73-C927A35A5CD1}"/>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0E5BD2-0555-4AFD-A8D3-E079AAAB5C47}"/>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0C1A48E5-1B94-48FE-9593-9A282A47BC92}"/>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68F9292-640F-4689-ACEA-AD76B13B7C7F}"/>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AB2E376E-194B-412C-BC7D-CDF93CC14893}"/>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8A5955-65FE-4327-A8E0-E59C73A59DD8}"/>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EB7264CF-73A0-4A37-A882-A4FA52BA62C8}"/>
              </a:ext>
            </a:extLst>
          </p:cNvPr>
          <p:cNvSpPr>
            <a:spLocks xmlns:a="http://schemas.openxmlformats.org/drawingml/2006/main" noGrp="1"/>
          </p:cNvSpPr>
          <p:nvPr/>
        </p:nvSpPr>
        <p:spPr>
          <a:xfrm xmlns:a="http://schemas.openxmlformats.org/drawingml/2006/main">
            <a:off x="800100" y="432435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capas densas combinan las entradas mediante pesos y sesgos.</a:t>
            </a:r>
          </a:p>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activaciones permiten representar relaciones no lineales.</a:t>
            </a:r>
          </a:p>
        </p:txBody>
      </p:sp>
      <p:sp>
        <p:nvSpPr>
          <p:cNvPr id="19" name="">
            <a:extLst xmlns:a="http://schemas.openxmlformats.org/drawingml/2006/main">
              <a:ext uri="{FF2B5EF4-FFF2-40B4-BE49-F238E27FC236}">
                <a16:creationId xmlns:a16="http://schemas.microsoft.com/office/drawing/2014/main" id="{8AD1C209-F94A-4B75-9F1E-A4BF46C1782B}"/>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16710474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7C655C-67A7-4789-99E9-BCEE7DF0982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27DDC7-38A8-4940-AE4C-5AD36E71102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F31FC936-98A6-4674-BD12-4D0912CD6AF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38747C50-64C3-4DF0-BF7D-B4EADE0FB6E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6CFAA4-35B1-4EC1-9F65-190E407ECB6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60CED912-B9A1-4E07-837C-F663B26E0FC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7ADAD4CC-CFDE-459D-A56C-58F4CDEF7902}"/>
              </a:ext>
            </a:extLst>
          </p:cNvPr>
          <p:cNvSpPr>
            <a:spLocks xmlns:a="http://schemas.openxmlformats.org/drawingml/2006/main" noGrp="1"/>
          </p:cNvSpPr>
          <p:nvPr/>
        </p:nvSpPr>
        <p:spPr>
          <a:xfrm xmlns:a="http://schemas.openxmlformats.org/drawingml/2006/main">
            <a:off x="7620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8BB792EF-A16A-4FFE-8846-6F8E509B3B4E}"/>
              </a:ext>
            </a:extLst>
          </p:cNvPr>
          <p:cNvSpPr>
            <a:spLocks xmlns:a="http://schemas.openxmlformats.org/drawingml/2006/main" noGrp="1"/>
          </p:cNvSpPr>
          <p:nvPr/>
        </p:nvSpPr>
        <p:spPr>
          <a:xfrm xmlns:a="http://schemas.openxmlformats.org/drawingml/2006/main">
            <a:off x="1581150" y="191452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ED30D9AB-627E-42B0-9E74-6F7371E77B1B}"/>
              </a:ext>
            </a:extLst>
          </p:cNvPr>
          <p:cNvSpPr>
            <a:spLocks xmlns:a="http://schemas.openxmlformats.org/drawingml/2006/main" noGrp="1"/>
          </p:cNvSpPr>
          <p:nvPr/>
        </p:nvSpPr>
        <p:spPr>
          <a:xfrm xmlns:a="http://schemas.openxmlformats.org/drawingml/2006/main">
            <a:off x="762000" y="2819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E4A89CCB-8CC5-4567-87E0-0C3EB98E17DC}"/>
              </a:ext>
            </a:extLst>
          </p:cNvPr>
          <p:cNvSpPr>
            <a:spLocks xmlns:a="http://schemas.openxmlformats.org/drawingml/2006/main" noGrp="1"/>
          </p:cNvSpPr>
          <p:nvPr/>
        </p:nvSpPr>
        <p:spPr>
          <a:xfrm xmlns:a="http://schemas.openxmlformats.org/drawingml/2006/main">
            <a:off x="1581150" y="2819400"/>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5FF85154-E0A3-4E66-A5B7-618FDC00B246}"/>
              </a:ext>
            </a:extLst>
          </p:cNvPr>
          <p:cNvSpPr>
            <a:spLocks xmlns:a="http://schemas.openxmlformats.org/drawingml/2006/main" noGrp="1"/>
          </p:cNvSpPr>
          <p:nvPr/>
        </p:nvSpPr>
        <p:spPr>
          <a:xfrm xmlns:a="http://schemas.openxmlformats.org/drawingml/2006/main">
            <a:off x="762000" y="3724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9B91AFB2-4FF7-426F-950D-F56D5ECAD01E}"/>
              </a:ext>
            </a:extLst>
          </p:cNvPr>
          <p:cNvSpPr>
            <a:spLocks xmlns:a="http://schemas.openxmlformats.org/drawingml/2006/main" noGrp="1"/>
          </p:cNvSpPr>
          <p:nvPr/>
        </p:nvSpPr>
        <p:spPr>
          <a:xfrm xmlns:a="http://schemas.openxmlformats.org/drawingml/2006/main">
            <a:off x="1581150" y="372427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A06B42C7-6BB2-4F16-BD38-ACFFAB52F639}"/>
              </a:ext>
            </a:extLst>
          </p:cNvPr>
          <p:cNvSpPr>
            <a:spLocks xmlns:a="http://schemas.openxmlformats.org/drawingml/2006/main" noGrp="1"/>
          </p:cNvSpPr>
          <p:nvPr/>
        </p:nvSpPr>
        <p:spPr>
          <a:xfrm xmlns:a="http://schemas.openxmlformats.org/drawingml/2006/main">
            <a:off x="762000" y="484822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ONNX describe el modelo; ONNX Runtime lo ejecuta.</a:t>
            </a:r>
          </a:p>
        </p:txBody>
      </p:sp>
      <p:sp>
        <p:nvSpPr>
          <p:cNvPr id="14" name="">
            <a:extLst xmlns:a="http://schemas.openxmlformats.org/drawingml/2006/main">
              <a:ext uri="{FF2B5EF4-FFF2-40B4-BE49-F238E27FC236}">
                <a16:creationId xmlns:a16="http://schemas.microsoft.com/office/drawing/2014/main" id="{E3714947-37ED-4928-A079-DC88B25234F6}"/>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18229267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8BD6E0-6F42-4906-B478-2967346E4AE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E9131E-FB62-4CB5-AE48-502708258CE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8A694E58-2B45-415C-A56D-614902C67FA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A761A6E9-1D05-439D-814F-31E7C0794E9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E9A9DB-77ED-43EC-B030-96A92FF3A4C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ACEF838D-7C32-439E-8C8D-2A8ABDFE886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D36B7FF7-447D-446C-BF4B-E83F0D179EE0}"/>
              </a:ext>
            </a:extLst>
          </p:cNvPr>
          <p:cNvPicPr>
            <a:picLocks xmlns:a="http://schemas.openxmlformats.org/drawingml/2006/main" noChangeAspect="1"/>
          </p:cNvPicPr>
          <p:nvPr/>
        </p:nvPicPr>
        <p:blipFill>
          <a:blip xmlns:r="http://schemas.openxmlformats.org/officeDocument/2006/relationships" xmlns:a="http://schemas.openxmlformats.org/drawingml/2006/main" r:embed="Rd428d92401fd4982"/>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D2BAA64-2900-4A38-BBD3-159CD4599F1D}"/>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93B3334B-A66E-424B-B4F3-22911DB38F3D}"/>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3857910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5F59203-B748-4FD9-916C-6BADD29D5EB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112A75-09EE-40CE-AD17-8EFA852B549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7F64FF9E-3CA0-4E5A-A9DF-07C3B94726C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RNEA + PD</a:t>
            </a:r>
          </a:p>
        </p:txBody>
      </p:sp>
      <p:sp>
        <p:nvSpPr>
          <p:cNvPr id="4" name="">
            <a:extLst xmlns:a="http://schemas.openxmlformats.org/drawingml/2006/main">
              <a:ext uri="{FF2B5EF4-FFF2-40B4-BE49-F238E27FC236}">
                <a16:creationId xmlns:a16="http://schemas.microsoft.com/office/drawing/2014/main" id="{E6AFA875-BD0E-4F70-A8F3-10EC2DE5038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45C588-6607-48CD-B803-D39EC398455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75C0EA83-973D-4F1A-97FB-7469F43FEDD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56C52B02-76CE-43DD-9326-F22B4A1F90F2}"/>
              </a:ext>
            </a:extLst>
          </p:cNvPr>
          <p:cNvSpPr>
            <a:spLocks xmlns:a="http://schemas.openxmlformats.org/drawingml/2006/main" noGrp="1"/>
          </p:cNvSpPr>
          <p:nvPr/>
        </p:nvSpPr>
        <p:spPr>
          <a:xfrm xmlns:a="http://schemas.openxmlformats.org/drawingml/2006/main">
            <a:off x="762000" y="18192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263445"/>
                </a:solidFill>
                <a:latin typeface="Lato"/>
                <a:ea typeface="Lato"/>
                <a:cs typeface="Lato"/>
              </a:defRPr>
            </a:defPPr>
          </a:lstStyle>
          <a:p xmlns:a="http://schemas.openxmlformats.org/drawingml/2006/main">
            <a:pPr algn="ctr">
              <a:defRPr sz="2625" b="1">
                <a:solidFill>
                  <a:srgbClr val="263445"/>
                </a:solidFill>
                <a:latin typeface="Lato"/>
                <a:ea typeface="Lato"/>
                <a:cs typeface="Lato"/>
              </a:defRPr>
            </a:pPr>
            <a:r>
              <a:rPr sz="2625" b="1">
                <a:solidFill>
                  <a:srgbClr val="263445"/>
                </a:solidFill>
                <a:latin typeface="Lato"/>
                <a:ea typeface="Lato"/>
                <a:cs typeface="Lato"/>
              </a:rPr>
              <a:t>τ_total = RNEA(q, q̇, q̈d) + Kp e + Kd ė</a:t>
            </a:r>
          </a:p>
        </p:txBody>
      </p:sp>
      <p:sp>
        <p:nvSpPr>
          <p:cNvPr id="8" name="">
            <a:extLst xmlns:a="http://schemas.openxmlformats.org/drawingml/2006/main">
              <a:ext uri="{FF2B5EF4-FFF2-40B4-BE49-F238E27FC236}">
                <a16:creationId xmlns:a16="http://schemas.microsoft.com/office/drawing/2014/main" id="{1C824985-F28B-45D2-850A-43B688011623}"/>
              </a:ext>
            </a:extLst>
          </p:cNvPr>
          <p:cNvSpPr>
            <a:spLocks xmlns:a="http://schemas.openxmlformats.org/drawingml/2006/main" noGrp="1"/>
          </p:cNvSpPr>
          <p:nvPr/>
        </p:nvSpPr>
        <p:spPr>
          <a:xfrm xmlns:a="http://schemas.openxmlformats.org/drawingml/2006/main">
            <a:off x="6572250" y="2571750"/>
            <a:ext cx="2095500" cy="6953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68FDBA3A-F367-4710-B6D1-F18A66B349AC}"/>
              </a:ext>
            </a:extLst>
          </p:cNvPr>
          <p:cNvSpPr>
            <a:spLocks xmlns:a="http://schemas.openxmlformats.org/drawingml/2006/main" noGrp="1"/>
          </p:cNvSpPr>
          <p:nvPr/>
        </p:nvSpPr>
        <p:spPr>
          <a:xfrm xmlns:a="http://schemas.openxmlformats.org/drawingml/2006/main">
            <a:off x="6572250" y="2571750"/>
            <a:ext cx="47625" cy="6953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7772FDE-3862-41FE-9C8F-0F0C73F7D7D5}"/>
              </a:ext>
            </a:extLst>
          </p:cNvPr>
          <p:cNvSpPr>
            <a:spLocks xmlns:a="http://schemas.openxmlformats.org/drawingml/2006/main" noGrp="1"/>
          </p:cNvSpPr>
          <p:nvPr/>
        </p:nvSpPr>
        <p:spPr>
          <a:xfrm xmlns:a="http://schemas.openxmlformats.org/drawingml/2006/main">
            <a:off x="6715125" y="2714625"/>
            <a:ext cx="1828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RNEA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(q, q̇, q̈d)</a:t>
            </a:r>
          </a:p>
        </p:txBody>
      </p:sp>
      <p:sp>
        <p:nvSpPr>
          <p:cNvPr id="11" name="">
            <a:extLst xmlns:a="http://schemas.openxmlformats.org/drawingml/2006/main">
              <a:ext uri="{FF2B5EF4-FFF2-40B4-BE49-F238E27FC236}">
                <a16:creationId xmlns:a16="http://schemas.microsoft.com/office/drawing/2014/main" id="{6A603244-C809-415F-B69E-5D770A26614F}"/>
              </a:ext>
            </a:extLst>
          </p:cNvPr>
          <p:cNvSpPr>
            <a:spLocks xmlns:a="http://schemas.openxmlformats.org/drawingml/2006/main" noGrp="1"/>
          </p:cNvSpPr>
          <p:nvPr/>
        </p:nvSpPr>
        <p:spPr>
          <a:xfrm xmlns:a="http://schemas.openxmlformats.org/drawingml/2006/main">
            <a:off x="7591425" y="3267075"/>
            <a:ext cx="57150" cy="2476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7D653D-7FEB-4A5A-8411-0F61061CEC37}"/>
              </a:ext>
            </a:extLst>
          </p:cNvPr>
          <p:cNvSpPr>
            <a:spLocks xmlns:a="http://schemas.openxmlformats.org/drawingml/2006/main" noGrp="1"/>
          </p:cNvSpPr>
          <p:nvPr/>
        </p:nvSpPr>
        <p:spPr>
          <a:xfrm xmlns:a="http://schemas.openxmlformats.org/drawingml/2006/main">
            <a:off x="7515225" y="3486150"/>
            <a:ext cx="209550" cy="200025"/>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8C8F55-73BA-4FBB-8A69-A1DD253DEEF0}"/>
              </a:ext>
            </a:extLst>
          </p:cNvPr>
          <p:cNvSpPr>
            <a:spLocks xmlns:a="http://schemas.openxmlformats.org/drawingml/2006/main" noGrp="1"/>
          </p:cNvSpPr>
          <p:nvPr/>
        </p:nvSpPr>
        <p:spPr>
          <a:xfrm xmlns:a="http://schemas.openxmlformats.org/drawingml/2006/main">
            <a:off x="619125"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7F7248E4-4335-4D10-A96A-42D9636057B5}"/>
              </a:ext>
            </a:extLst>
          </p:cNvPr>
          <p:cNvSpPr>
            <a:spLocks xmlns:a="http://schemas.openxmlformats.org/drawingml/2006/main" noGrp="1"/>
          </p:cNvSpPr>
          <p:nvPr/>
        </p:nvSpPr>
        <p:spPr>
          <a:xfrm xmlns:a="http://schemas.openxmlformats.org/drawingml/2006/main">
            <a:off x="619125" y="3686175"/>
            <a:ext cx="47625" cy="8382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12A53C-7887-492F-B120-7C4D5CAAE8E6}"/>
              </a:ext>
            </a:extLst>
          </p:cNvPr>
          <p:cNvSpPr>
            <a:spLocks xmlns:a="http://schemas.openxmlformats.org/drawingml/2006/main" noGrp="1"/>
          </p:cNvSpPr>
          <p:nvPr/>
        </p:nvSpPr>
        <p:spPr>
          <a:xfrm xmlns:a="http://schemas.openxmlformats.org/drawingml/2006/main">
            <a:off x="762000"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Errores de posición</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y velocidad</a:t>
            </a:r>
          </a:p>
        </p:txBody>
      </p:sp>
      <p:sp>
        <p:nvSpPr>
          <p:cNvPr id="16" name="">
            <a:extLst xmlns:a="http://schemas.openxmlformats.org/drawingml/2006/main">
              <a:ext uri="{FF2B5EF4-FFF2-40B4-BE49-F238E27FC236}">
                <a16:creationId xmlns:a16="http://schemas.microsoft.com/office/drawing/2014/main" id="{0DB3BCBD-3878-4A71-8647-0ACD26F25380}"/>
              </a:ext>
            </a:extLst>
          </p:cNvPr>
          <p:cNvSpPr>
            <a:spLocks xmlns:a="http://schemas.openxmlformats.org/drawingml/2006/main" noGrp="1"/>
          </p:cNvSpPr>
          <p:nvPr/>
        </p:nvSpPr>
        <p:spPr>
          <a:xfrm xmlns:a="http://schemas.openxmlformats.org/drawingml/2006/main">
            <a:off x="321945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86E0DA5-18E3-44DD-82BA-68F1945C139E}"/>
              </a:ext>
            </a:extLst>
          </p:cNvPr>
          <p:cNvSpPr>
            <a:spLocks xmlns:a="http://schemas.openxmlformats.org/drawingml/2006/main" noGrp="1"/>
          </p:cNvSpPr>
          <p:nvPr/>
        </p:nvSpPr>
        <p:spPr>
          <a:xfrm xmlns:a="http://schemas.openxmlformats.org/drawingml/2006/main">
            <a:off x="3619500"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8" name="">
            <a:extLst xmlns:a="http://schemas.openxmlformats.org/drawingml/2006/main">
              <a:ext uri="{FF2B5EF4-FFF2-40B4-BE49-F238E27FC236}">
                <a16:creationId xmlns:a16="http://schemas.microsoft.com/office/drawing/2014/main" id="{F31310BB-9F3B-43C6-BF43-18DA201E9E7F}"/>
              </a:ext>
            </a:extLst>
          </p:cNvPr>
          <p:cNvSpPr>
            <a:spLocks xmlns:a="http://schemas.openxmlformats.org/drawingml/2006/main" noGrp="1"/>
          </p:cNvSpPr>
          <p:nvPr/>
        </p:nvSpPr>
        <p:spPr>
          <a:xfrm xmlns:a="http://schemas.openxmlformats.org/drawingml/2006/main">
            <a:off x="3619500" y="3686175"/>
            <a:ext cx="47625" cy="838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1A0CFE1-A749-45D7-8B03-3CF87891265E}"/>
              </a:ext>
            </a:extLst>
          </p:cNvPr>
          <p:cNvSpPr>
            <a:spLocks xmlns:a="http://schemas.openxmlformats.org/drawingml/2006/main" noGrp="1"/>
          </p:cNvSpPr>
          <p:nvPr/>
        </p:nvSpPr>
        <p:spPr>
          <a:xfrm xmlns:a="http://schemas.openxmlformats.org/drawingml/2006/main">
            <a:off x="3762375"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263445"/>
                </a:solidFill>
                <a:latin typeface="Lato"/>
                <a:ea typeface="Lato"/>
                <a:cs typeface="Lato"/>
              </a:defRPr>
            </a:defPPr>
          </a:lstStyle>
          <a:p xmlns:a="http://schemas.openxmlformats.org/drawingml/2006/main">
            <a:pPr algn="ctr">
              <a:defRPr sz="1950" b="1">
                <a:solidFill>
                  <a:srgbClr val="263445"/>
                </a:solidFill>
                <a:latin typeface="Lato"/>
                <a:ea typeface="Lato"/>
                <a:cs typeface="Lato"/>
              </a:defRPr>
            </a:pPr>
            <a:r>
              <a:rPr sz="1950" b="1">
                <a:solidFill>
                  <a:srgbClr val="263445"/>
                </a:solidFill>
                <a:latin typeface="Lato"/>
                <a:ea typeface="Lato"/>
                <a:cs typeface="Lato"/>
              </a:rPr>
              <a:t>PD en torque</a:t>
            </a:r>
          </a:p>
        </p:txBody>
      </p:sp>
      <p:sp>
        <p:nvSpPr>
          <p:cNvPr id="20" name="">
            <a:extLst xmlns:a="http://schemas.openxmlformats.org/drawingml/2006/main">
              <a:ext uri="{FF2B5EF4-FFF2-40B4-BE49-F238E27FC236}">
                <a16:creationId xmlns:a16="http://schemas.microsoft.com/office/drawing/2014/main" id="{11C1D09C-84CE-40F9-8546-E36F65D3EE15}"/>
              </a:ext>
            </a:extLst>
          </p:cNvPr>
          <p:cNvSpPr>
            <a:spLocks xmlns:a="http://schemas.openxmlformats.org/drawingml/2006/main" noGrp="1"/>
          </p:cNvSpPr>
          <p:nvPr/>
        </p:nvSpPr>
        <p:spPr>
          <a:xfrm xmlns:a="http://schemas.openxmlformats.org/drawingml/2006/main">
            <a:off x="6219825" y="3990975"/>
            <a:ext cx="27622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E9EE6DE-94D5-44FB-9AA7-3B840467C434}"/>
              </a:ext>
            </a:extLst>
          </p:cNvPr>
          <p:cNvSpPr>
            <a:spLocks xmlns:a="http://schemas.openxmlformats.org/drawingml/2006/main" noGrp="1"/>
          </p:cNvSpPr>
          <p:nvPr/>
        </p:nvSpPr>
        <p:spPr>
          <a:xfrm xmlns:a="http://schemas.openxmlformats.org/drawingml/2006/main">
            <a:off x="6572250" y="3686175"/>
            <a:ext cx="20955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2" name="">
            <a:extLst xmlns:a="http://schemas.openxmlformats.org/drawingml/2006/main">
              <a:ext uri="{FF2B5EF4-FFF2-40B4-BE49-F238E27FC236}">
                <a16:creationId xmlns:a16="http://schemas.microsoft.com/office/drawing/2014/main" id="{9CA68CD5-D506-46C5-A871-3ED31F813B30}"/>
              </a:ext>
            </a:extLst>
          </p:cNvPr>
          <p:cNvSpPr>
            <a:spLocks xmlns:a="http://schemas.openxmlformats.org/drawingml/2006/main" noGrp="1"/>
          </p:cNvSpPr>
          <p:nvPr/>
        </p:nvSpPr>
        <p:spPr>
          <a:xfrm xmlns:a="http://schemas.openxmlformats.org/drawingml/2006/main">
            <a:off x="657225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779E39F-A92D-4AE2-9E17-BD0F96830C35}"/>
              </a:ext>
            </a:extLst>
          </p:cNvPr>
          <p:cNvSpPr>
            <a:spLocks xmlns:a="http://schemas.openxmlformats.org/drawingml/2006/main" noGrp="1"/>
          </p:cNvSpPr>
          <p:nvPr/>
        </p:nvSpPr>
        <p:spPr>
          <a:xfrm xmlns:a="http://schemas.openxmlformats.org/drawingml/2006/main">
            <a:off x="6715125" y="3829050"/>
            <a:ext cx="1828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Suma</a:t>
            </a:r>
          </a:p>
        </p:txBody>
      </p:sp>
      <p:sp>
        <p:nvSpPr>
          <p:cNvPr id="24" name="">
            <a:extLst xmlns:a="http://schemas.openxmlformats.org/drawingml/2006/main">
              <a:ext uri="{FF2B5EF4-FFF2-40B4-BE49-F238E27FC236}">
                <a16:creationId xmlns:a16="http://schemas.microsoft.com/office/drawing/2014/main" id="{9C08D049-2394-4FFC-B497-489C2EC43914}"/>
              </a:ext>
            </a:extLst>
          </p:cNvPr>
          <p:cNvSpPr>
            <a:spLocks xmlns:a="http://schemas.openxmlformats.org/drawingml/2006/main" noGrp="1"/>
          </p:cNvSpPr>
          <p:nvPr/>
        </p:nvSpPr>
        <p:spPr>
          <a:xfrm xmlns:a="http://schemas.openxmlformats.org/drawingml/2006/main">
            <a:off x="876300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4D464E3-C7A5-4401-9445-D7F1CB026CBE}"/>
              </a:ext>
            </a:extLst>
          </p:cNvPr>
          <p:cNvSpPr>
            <a:spLocks xmlns:a="http://schemas.openxmlformats.org/drawingml/2006/main" noGrp="1"/>
          </p:cNvSpPr>
          <p:nvPr/>
        </p:nvSpPr>
        <p:spPr>
          <a:xfrm xmlns:a="http://schemas.openxmlformats.org/drawingml/2006/main">
            <a:off x="9144000" y="3686175"/>
            <a:ext cx="23812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6" name="">
            <a:extLst xmlns:a="http://schemas.openxmlformats.org/drawingml/2006/main">
              <a:ext uri="{FF2B5EF4-FFF2-40B4-BE49-F238E27FC236}">
                <a16:creationId xmlns:a16="http://schemas.microsoft.com/office/drawing/2014/main" id="{D16B807C-F55F-4F82-8C2E-32CBB7FB9588}"/>
              </a:ext>
            </a:extLst>
          </p:cNvPr>
          <p:cNvSpPr>
            <a:spLocks xmlns:a="http://schemas.openxmlformats.org/drawingml/2006/main" noGrp="1"/>
          </p:cNvSpPr>
          <p:nvPr/>
        </p:nvSpPr>
        <p:spPr>
          <a:xfrm xmlns:a="http://schemas.openxmlformats.org/drawingml/2006/main">
            <a:off x="914400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A765EE-427A-44A8-80C9-E513DDF543E8}"/>
              </a:ext>
            </a:extLst>
          </p:cNvPr>
          <p:cNvSpPr>
            <a:spLocks xmlns:a="http://schemas.openxmlformats.org/drawingml/2006/main" noGrp="1"/>
          </p:cNvSpPr>
          <p:nvPr/>
        </p:nvSpPr>
        <p:spPr>
          <a:xfrm xmlns:a="http://schemas.openxmlformats.org/drawingml/2006/main">
            <a:off x="9286875" y="3829050"/>
            <a:ext cx="2114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Torque total</a:t>
            </a:r>
          </a:p>
        </p:txBody>
      </p:sp>
      <p:sp>
        <p:nvSpPr>
          <p:cNvPr id="28" name="">
            <a:extLst xmlns:a="http://schemas.openxmlformats.org/drawingml/2006/main">
              <a:ext uri="{FF2B5EF4-FFF2-40B4-BE49-F238E27FC236}">
                <a16:creationId xmlns:a16="http://schemas.microsoft.com/office/drawing/2014/main" id="{001A0C27-DAF6-4EAC-B822-D80439D54C71}"/>
              </a:ext>
            </a:extLst>
          </p:cNvPr>
          <p:cNvSpPr>
            <a:spLocks xmlns:a="http://schemas.openxmlformats.org/drawingml/2006/main" noGrp="1"/>
          </p:cNvSpPr>
          <p:nvPr/>
        </p:nvSpPr>
        <p:spPr>
          <a:xfrm xmlns:a="http://schemas.openxmlformats.org/drawingml/2006/main">
            <a:off x="714375" y="479107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posición: referencia − posición actual.</a:t>
            </a:r>
          </a:p>
        </p:txBody>
      </p:sp>
      <p:sp>
        <p:nvSpPr>
          <p:cNvPr id="29" name="">
            <a:extLst xmlns:a="http://schemas.openxmlformats.org/drawingml/2006/main">
              <a:ext uri="{FF2B5EF4-FFF2-40B4-BE49-F238E27FC236}">
                <a16:creationId xmlns:a16="http://schemas.microsoft.com/office/drawing/2014/main" id="{05585500-D2B8-4E5C-9543-1F3958008925}"/>
              </a:ext>
            </a:extLst>
          </p:cNvPr>
          <p:cNvSpPr>
            <a:spLocks xmlns:a="http://schemas.openxmlformats.org/drawingml/2006/main" noGrp="1"/>
          </p:cNvSpPr>
          <p:nvPr/>
        </p:nvSpPr>
        <p:spPr>
          <a:xfrm xmlns:a="http://schemas.openxmlformats.org/drawingml/2006/main">
            <a:off x="714375" y="521970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velocidad: velocidad deseada − velocidad actual.</a:t>
            </a:r>
          </a:p>
        </p:txBody>
      </p:sp>
      <p:sp>
        <p:nvSpPr>
          <p:cNvPr id="30" name="">
            <a:extLst xmlns:a="http://schemas.openxmlformats.org/drawingml/2006/main">
              <a:ext uri="{FF2B5EF4-FFF2-40B4-BE49-F238E27FC236}">
                <a16:creationId xmlns:a16="http://schemas.microsoft.com/office/drawing/2014/main" id="{557DEDEE-8D4E-43C5-9697-6C365100A1EF}"/>
              </a:ext>
            </a:extLst>
          </p:cNvPr>
          <p:cNvSpPr>
            <a:spLocks xmlns:a="http://schemas.openxmlformats.org/drawingml/2006/main" noGrp="1"/>
          </p:cNvSpPr>
          <p:nvPr/>
        </p:nvSpPr>
        <p:spPr>
          <a:xfrm xmlns:a="http://schemas.openxmlformats.org/drawingml/2006/main">
            <a:off x="714375" y="5800725"/>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se utiliza como objetivo de entrenamiento.</a:t>
            </a:r>
          </a:p>
        </p:txBody>
      </p:sp>
    </p:spTree>
    <p:extLst>
      <p:ext uri="{BB962C8B-B14F-4D97-AF65-F5344CB8AC3E}">
        <p14:creationId xmlns:p14="http://schemas.microsoft.com/office/powerpoint/2010/main" val="17566607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0304F5-022B-4C3C-AE08-1E7810C2C97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95B827-B1B0-4547-96B5-E495717D96D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78AA6FC8-B7EE-4AA2-809D-6780C9FDE99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C9FE30F3-CD08-4AB7-BB3E-A8F475A877A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8DD4E3-247B-4C58-AF93-624D0B4D553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AF845D3B-3F03-4FA7-B389-3FCCE0487A3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98A68763-E557-4F1E-B2A1-10CCABF6CDD1}"/>
              </a:ext>
            </a:extLst>
          </p:cNvPr>
          <p:cNvPicPr>
            <a:picLocks xmlns:a="http://schemas.openxmlformats.org/drawingml/2006/main" noChangeAspect="1"/>
          </p:cNvPicPr>
          <p:nvPr/>
        </p:nvPicPr>
        <p:blipFill>
          <a:blip xmlns:r="http://schemas.openxmlformats.org/officeDocument/2006/relationships" xmlns:a="http://schemas.openxmlformats.org/drawingml/2006/main" r:embed="R82e79ab9549e448f"/>
          <a:srcRect xmlns:a="http://schemas.openxmlformats.org/drawingml/2006/main" l="0" t="0" r="0" b="57000"/>
          <a:stretch xmlns:a="http://schemas.openxmlformats.org/drawingml/2006/main"/>
        </p:blipFill>
        <p:spPr>
          <a:xfrm xmlns:a="http://schemas.openxmlformats.org/drawingml/2006/main">
            <a:off x="666750" y="1790700"/>
            <a:ext cx="10858500" cy="3381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F49AA9-27B2-43D9-98BC-F5C4BED124A8}"/>
              </a:ext>
            </a:extLst>
          </p:cNvPr>
          <p:cNvSpPr>
            <a:spLocks xmlns:a="http://schemas.openxmlformats.org/drawingml/2006/main" noGrp="1"/>
          </p:cNvSpPr>
          <p:nvPr/>
        </p:nvSpPr>
        <p:spPr>
          <a:xfrm xmlns:a="http://schemas.openxmlformats.org/drawingml/2006/main">
            <a:off x="857250" y="5276850"/>
            <a:ext cx="1057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0F766E"/>
                </a:solidFill>
                <a:latin typeface="Lato"/>
                <a:ea typeface="Lato"/>
                <a:cs typeface="Lato"/>
              </a:defRPr>
            </a:defPPr>
          </a:lstStyle>
          <a:p xmlns:a="http://schemas.openxmlformats.org/drawingml/2006/main">
            <a:pPr algn="ctr">
              <a:defRPr sz="2550" b="1">
                <a:solidFill>
                  <a:srgbClr val="0F766E"/>
                </a:solidFill>
                <a:latin typeface="Lato"/>
                <a:ea typeface="Lato"/>
                <a:cs typeface="Lato"/>
              </a:defRPr>
            </a:pPr>
            <a:r>
              <a:rPr sz="2550" b="1">
                <a:solidFill>
                  <a:srgbClr val="0F766E"/>
                </a:solidFill>
                <a:latin typeface="Lato"/>
                <a:ea typeface="Lato"/>
                <a:cs typeface="Lato"/>
              </a:rPr>
              <a:t>42 → 256 → 512 → 256 → 128 → 6</a:t>
            </a:r>
          </a:p>
        </p:txBody>
      </p:sp>
      <p:sp>
        <p:nvSpPr>
          <p:cNvPr id="9" name="">
            <a:extLst xmlns:a="http://schemas.openxmlformats.org/drawingml/2006/main">
              <a:ext uri="{FF2B5EF4-FFF2-40B4-BE49-F238E27FC236}">
                <a16:creationId xmlns:a16="http://schemas.microsoft.com/office/drawing/2014/main" id="{63CE90BB-6732-4827-8509-F08EA168785A}"/>
              </a:ext>
            </a:extLst>
          </p:cNvPr>
          <p:cNvSpPr>
            <a:spLocks xmlns:a="http://schemas.openxmlformats.org/drawingml/2006/main" noGrp="1"/>
          </p:cNvSpPr>
          <p:nvPr/>
        </p:nvSpPr>
        <p:spPr>
          <a:xfrm xmlns:a="http://schemas.openxmlformats.org/drawingml/2006/main">
            <a:off x="857250" y="57816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307,590 parámetros entrenables</a:t>
            </a:r>
          </a:p>
        </p:txBody>
      </p:sp>
    </p:spTree>
    <p:extLst>
      <p:ext uri="{BB962C8B-B14F-4D97-AF65-F5344CB8AC3E}">
        <p14:creationId xmlns:p14="http://schemas.microsoft.com/office/powerpoint/2010/main" val="13447092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F379AAC-0F78-49C6-AF4A-FCA2E631106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2D9675-1702-456A-9333-4F1F9B6D31C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7D0D5F89-E865-4824-9741-B14FCAF2CB5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con red neuronal</a:t>
            </a:r>
          </a:p>
        </p:txBody>
      </p:sp>
      <p:sp>
        <p:nvSpPr>
          <p:cNvPr id="4" name="">
            <a:extLst xmlns:a="http://schemas.openxmlformats.org/drawingml/2006/main">
              <a:ext uri="{FF2B5EF4-FFF2-40B4-BE49-F238E27FC236}">
                <a16:creationId xmlns:a16="http://schemas.microsoft.com/office/drawing/2014/main" id="{18557CF9-CF61-4FAE-908E-099AEF3DED1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B61E12-DA58-4D41-8836-0EAD61E01A1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4D2E181F-CD3A-49DE-8481-14C7DBB37B8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CB5E06A7-43A7-4894-9A4A-3EDDB1122CEE}"/>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81B5FEA0-178E-4815-9232-26D1C542AA5F}"/>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C78BBFC-1E17-450A-9087-1F1D0E637BA5}"/>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A1F077CF-68AD-443B-B31C-555B4EF708D1}"/>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3609F7-8C69-45AE-962A-DBCCEB2BE303}"/>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BB541C-C712-49BF-BA0A-A0FF5B4645AE}"/>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B93678FB-938B-44F1-AD7B-43FECCECC337}"/>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A8717A9-6914-42D4-87BD-2C33CD8547B0}"/>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42F1F582-0DBD-4E21-81E3-B82B79FE78BD}"/>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BEF699B-A945-463A-B757-A5779B3589E0}"/>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8B13BB48-B1B1-4B58-8D0F-37B1B3B75375}"/>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C74EEC8-D374-46D6-A450-DD6A6E56A506}"/>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98562779-922C-4814-8495-2B09AF9E42EE}"/>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E68869D-C1D2-4718-8A37-D4FE03C258BC}"/>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02256E56-539D-41C3-A399-529AE312CBA9}"/>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E6053C-9B00-408A-AF3F-56DE37A2A5A5}"/>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263445"/>
                </a:solidFill>
                <a:latin typeface="Lato"/>
                <a:ea typeface="Lato"/>
                <a:cs typeface="Lato"/>
              </a:defRPr>
            </a:defPPr>
          </a:lstStyle>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Desnormalización</a:t>
            </a:r>
          </a:p>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7FF23D1F-391C-486B-99AC-B97A8EC0E2F9}"/>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50E9666-0772-4AAF-B6E1-FEFB18060002}"/>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C2F74D58-5A72-45F1-AD38-42E7D51367BE}"/>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56F06DD-A198-492A-8FFE-B6F2047D8956}"/>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3164A740-272B-42C6-AACC-134CE2322A5D}"/>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ADEDBC1-1096-445E-BD36-189C5EFC0D99}"/>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8AC070A3-C5F2-467A-9AA5-E705450A0E01}"/>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212D060-6F50-412D-97DC-F0A00D3CF4C8}"/>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38A905AA-3989-40D7-9992-F2EFAFBF3C42}"/>
              </a:ext>
            </a:extLst>
          </p:cNvPr>
          <p:cNvSpPr>
            <a:spLocks xmlns:a="http://schemas.openxmlformats.org/drawingml/2006/main" noGrp="1"/>
          </p:cNvSpPr>
          <p:nvPr/>
        </p:nvSpPr>
        <p:spPr>
          <a:xfrm xmlns:a="http://schemas.openxmlformats.org/drawingml/2006/main">
            <a:off x="10734675" y="4467225"/>
            <a:ext cx="38100" cy="5238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2B2A5E4-4E1F-4883-AA92-24BE22CA69D3}"/>
              </a:ext>
            </a:extLst>
          </p:cNvPr>
          <p:cNvSpPr>
            <a:spLocks xmlns:a="http://schemas.openxmlformats.org/drawingml/2006/main" noGrp="1"/>
          </p:cNvSpPr>
          <p:nvPr/>
        </p:nvSpPr>
        <p:spPr>
          <a:xfrm xmlns:a="http://schemas.openxmlformats.org/drawingml/2006/main">
            <a:off x="1638300" y="4953000"/>
            <a:ext cx="9134475" cy="381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F59D4CD-2BE2-4D3C-B130-F43EB077F5D4}"/>
              </a:ext>
            </a:extLst>
          </p:cNvPr>
          <p:cNvSpPr>
            <a:spLocks xmlns:a="http://schemas.openxmlformats.org/drawingml/2006/main" noGrp="1"/>
          </p:cNvSpPr>
          <p:nvPr/>
        </p:nvSpPr>
        <p:spPr>
          <a:xfrm xmlns:a="http://schemas.openxmlformats.org/drawingml/2006/main">
            <a:off x="1638300" y="4552950"/>
            <a:ext cx="38100" cy="4381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ACA039F-66F9-4A80-82B1-77E607DEE3C7}"/>
              </a:ext>
            </a:extLst>
          </p:cNvPr>
          <p:cNvSpPr>
            <a:spLocks xmlns:a="http://schemas.openxmlformats.org/drawingml/2006/main" noGrp="1"/>
          </p:cNvSpPr>
          <p:nvPr/>
        </p:nvSpPr>
        <p:spPr>
          <a:xfrm xmlns:a="http://schemas.openxmlformats.org/drawingml/2006/main">
            <a:off x="1571625" y="4476750"/>
            <a:ext cx="190500" cy="219075"/>
          </a:xfrm>
          <a:prstGeom xmlns:a="http://schemas.openxmlformats.org/drawingml/2006/main" prst="upArrow">
            <a:avLst/>
          </a:prstGeom>
          <a:solidFill xmlns:a="http://schemas.openxmlformats.org/drawingml/2006/main">
            <a:srgbClr val="1D4E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6BDDF07-C86F-424B-B9C0-B981B19E887C}"/>
              </a:ext>
            </a:extLst>
          </p:cNvPr>
          <p:cNvSpPr>
            <a:spLocks xmlns:a="http://schemas.openxmlformats.org/drawingml/2006/main" noGrp="1"/>
          </p:cNvSpPr>
          <p:nvPr/>
        </p:nvSpPr>
        <p:spPr>
          <a:xfrm xmlns:a="http://schemas.openxmlformats.org/drawingml/2006/main">
            <a:off x="2705100" y="5105400"/>
            <a:ext cx="781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1D4ED8"/>
                </a:solidFill>
                <a:latin typeface="Lato"/>
                <a:ea typeface="Lato"/>
                <a:cs typeface="Lato"/>
              </a:defRPr>
            </a:defPPr>
          </a:lstStyle>
          <a:p xmlns:a="http://schemas.openxmlformats.org/drawingml/2006/main">
            <a:pPr algn="ctr">
              <a:defRPr sz="1800" b="1">
                <a:solidFill>
                  <a:srgbClr val="1D4ED8"/>
                </a:solidFill>
                <a:latin typeface="Lato"/>
                <a:ea typeface="Lato"/>
                <a:cs typeface="Lato"/>
              </a:defRPr>
            </a:pPr>
            <a:r>
              <a:rPr sz="1800" b="1">
                <a:solidFill>
                  <a:srgbClr val="1D4ED8"/>
                </a:solidFill>
                <a:latin typeface="Lato"/>
                <a:ea typeface="Lato"/>
                <a:cs typeface="Lato"/>
              </a:rPr>
              <a:t>Realimentación: posición y velocidad medidas en simulación</a:t>
            </a:r>
          </a:p>
        </p:txBody>
      </p:sp>
      <p:sp>
        <p:nvSpPr>
          <p:cNvPr id="36" name="">
            <a:extLst xmlns:a="http://schemas.openxmlformats.org/drawingml/2006/main">
              <a:ext uri="{FF2B5EF4-FFF2-40B4-BE49-F238E27FC236}">
                <a16:creationId xmlns:a16="http://schemas.microsoft.com/office/drawing/2014/main" id="{45D49858-D885-4835-B6CC-4C97F9ABFA4E}"/>
              </a:ext>
            </a:extLst>
          </p:cNvPr>
          <p:cNvSpPr>
            <a:spLocks xmlns:a="http://schemas.openxmlformats.org/drawingml/2006/main" noGrp="1"/>
          </p:cNvSpPr>
          <p:nvPr/>
        </p:nvSpPr>
        <p:spPr>
          <a:xfrm xmlns:a="http://schemas.openxmlformats.org/drawingml/2006/main">
            <a:off x="666750" y="5581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Las referencias y el estado articular forman las entradas de la red.</a:t>
            </a:r>
          </a:p>
        </p:txBody>
      </p:sp>
      <p:sp>
        <p:nvSpPr>
          <p:cNvPr id="37" name="">
            <a:extLst xmlns:a="http://schemas.openxmlformats.org/drawingml/2006/main">
              <a:ext uri="{FF2B5EF4-FFF2-40B4-BE49-F238E27FC236}">
                <a16:creationId xmlns:a16="http://schemas.microsoft.com/office/drawing/2014/main" id="{4ECFE951-FB95-45EA-A2EB-E4CEDB64C920}"/>
              </a:ext>
            </a:extLst>
          </p:cNvPr>
          <p:cNvSpPr>
            <a:spLocks xmlns:a="http://schemas.openxmlformats.org/drawingml/2006/main" noGrp="1"/>
          </p:cNvSpPr>
          <p:nvPr/>
        </p:nvSpPr>
        <p:spPr>
          <a:xfrm xmlns:a="http://schemas.openxmlformats.org/drawingml/2006/main">
            <a:off x="666750" y="59817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12300699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12E1A1-06A3-4D50-B8A6-C98A5C95589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FAB885-2830-47B1-9A0F-134165E555C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A2310397-17B8-47D5-8104-6FA9FC47C28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0D6C2FE7-967C-47F4-B23D-026870F517B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D36101-5B03-4943-A78A-67FEBBE2141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004F3068-3122-4FE5-AB73-5248F474E8A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9F7D3A62-400C-44E7-8DD7-573F8AA58697}"/>
              </a:ext>
            </a:extLst>
          </p:cNvPr>
          <p:cNvSpPr>
            <a:spLocks xmlns:a="http://schemas.openxmlformats.org/drawingml/2006/main" noGrp="1"/>
          </p:cNvSpPr>
          <p:nvPr/>
        </p:nvSpPr>
        <p:spPr>
          <a:xfrm xmlns:a="http://schemas.openxmlformats.org/drawingml/2006/main">
            <a:off x="762000" y="19812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0F766E"/>
                </a:solidFill>
                <a:latin typeface="Lato"/>
                <a:ea typeface="Lato"/>
                <a:cs typeface="Lato"/>
              </a:defRPr>
            </a:defPPr>
          </a:lstStyle>
          <a:p xmlns:a="http://schemas.openxmlformats.org/drawingml/2006/main">
            <a:pPr algn="l">
              <a:defRPr sz="2550" b="1">
                <a:solidFill>
                  <a:srgbClr val="0F766E"/>
                </a:solidFill>
                <a:latin typeface="Lato"/>
                <a:ea typeface="Lato"/>
                <a:cs typeface="Lato"/>
              </a:defRPr>
            </a:pPr>
            <a:r>
              <a:rPr sz="2550" b="1">
                <a:solidFill>
                  <a:srgbClr val="0F766E"/>
                </a:solidFill>
                <a:latin typeface="Lato"/>
                <a:ea typeface="Lato"/>
                <a:cs typeface="Lato"/>
              </a:rPr>
              <a:t>42 entradas + 6 objetivos de torque</a:t>
            </a:r>
          </a:p>
        </p:txBody>
      </p:sp>
      <p:sp>
        <p:nvSpPr>
          <p:cNvPr id="8" name="">
            <a:extLst xmlns:a="http://schemas.openxmlformats.org/drawingml/2006/main">
              <a:ext uri="{FF2B5EF4-FFF2-40B4-BE49-F238E27FC236}">
                <a16:creationId xmlns:a16="http://schemas.microsoft.com/office/drawing/2014/main" id="{7D2B635A-936A-44E3-BB17-FE58BDD9C0C2}"/>
              </a:ext>
            </a:extLst>
          </p:cNvPr>
          <p:cNvSpPr>
            <a:spLocks xmlns:a="http://schemas.openxmlformats.org/drawingml/2006/main" noGrp="1"/>
          </p:cNvSpPr>
          <p:nvPr/>
        </p:nvSpPr>
        <p:spPr>
          <a:xfrm xmlns:a="http://schemas.openxmlformats.org/drawingml/2006/main">
            <a:off x="762000" y="2895600"/>
            <a:ext cx="48577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D9F8346E-4A3E-4842-9905-779197144A18}"/>
              </a:ext>
            </a:extLst>
          </p:cNvPr>
          <p:cNvSpPr>
            <a:spLocks xmlns:a="http://schemas.openxmlformats.org/drawingml/2006/main" noGrp="1"/>
          </p:cNvSpPr>
          <p:nvPr/>
        </p:nvSpPr>
        <p:spPr>
          <a:xfrm xmlns:a="http://schemas.openxmlformats.org/drawingml/2006/main">
            <a:off x="762000" y="2895600"/>
            <a:ext cx="47625" cy="12668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E464744-4EDC-4FAB-AF29-BF1E073DE56D}"/>
              </a:ext>
            </a:extLst>
          </p:cNvPr>
          <p:cNvSpPr>
            <a:spLocks xmlns:a="http://schemas.openxmlformats.org/drawingml/2006/main" noGrp="1"/>
          </p:cNvSpPr>
          <p:nvPr/>
        </p:nvSpPr>
        <p:spPr>
          <a:xfrm xmlns:a="http://schemas.openxmlformats.org/drawingml/2006/main">
            <a:off x="904875" y="3038475"/>
            <a:ext cx="45910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Entrenamiento</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filtrada</a:t>
            </a:r>
          </a:p>
        </p:txBody>
      </p:sp>
      <p:sp>
        <p:nvSpPr>
          <p:cNvPr id="11" name="">
            <a:extLst xmlns:a="http://schemas.openxmlformats.org/drawingml/2006/main">
              <a:ext uri="{FF2B5EF4-FFF2-40B4-BE49-F238E27FC236}">
                <a16:creationId xmlns:a16="http://schemas.microsoft.com/office/drawing/2014/main" id="{01AB0679-674D-4A90-9C3E-A8EE3C3BB44C}"/>
              </a:ext>
            </a:extLst>
          </p:cNvPr>
          <p:cNvSpPr>
            <a:spLocks xmlns:a="http://schemas.openxmlformats.org/drawingml/2006/main" noGrp="1"/>
          </p:cNvSpPr>
          <p:nvPr/>
        </p:nvSpPr>
        <p:spPr>
          <a:xfrm xmlns:a="http://schemas.openxmlformats.org/drawingml/2006/main">
            <a:off x="6286500" y="2895600"/>
            <a:ext cx="50482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BD7E7C90-B30D-4C9E-908C-3E8F14F9C272}"/>
              </a:ext>
            </a:extLst>
          </p:cNvPr>
          <p:cNvSpPr>
            <a:spLocks xmlns:a="http://schemas.openxmlformats.org/drawingml/2006/main" noGrp="1"/>
          </p:cNvSpPr>
          <p:nvPr/>
        </p:nvSpPr>
        <p:spPr>
          <a:xfrm xmlns:a="http://schemas.openxmlformats.org/drawingml/2006/main">
            <a:off x="6286500" y="2895600"/>
            <a:ext cx="47625" cy="12668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6C8A388-6BAF-4C72-AA9F-283A015D2B83}"/>
              </a:ext>
            </a:extLst>
          </p:cNvPr>
          <p:cNvSpPr>
            <a:spLocks xmlns:a="http://schemas.openxmlformats.org/drawingml/2006/main" noGrp="1"/>
          </p:cNvSpPr>
          <p:nvPr/>
        </p:nvSpPr>
        <p:spPr>
          <a:xfrm xmlns:a="http://schemas.openxmlformats.org/drawingml/2006/main">
            <a:off x="6429375" y="3038475"/>
            <a:ext cx="47815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Despliegue</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fijada a cero</a:t>
            </a:r>
          </a:p>
        </p:txBody>
      </p:sp>
      <p:sp>
        <p:nvSpPr>
          <p:cNvPr id="14" name="">
            <a:extLst xmlns:a="http://schemas.openxmlformats.org/drawingml/2006/main">
              <a:ext uri="{FF2B5EF4-FFF2-40B4-BE49-F238E27FC236}">
                <a16:creationId xmlns:a16="http://schemas.microsoft.com/office/drawing/2014/main" id="{240FAD5A-78CF-4E1D-8460-0A85617D1421}"/>
              </a:ext>
            </a:extLst>
          </p:cNvPr>
          <p:cNvSpPr>
            <a:spLocks xmlns:a="http://schemas.openxmlformats.org/drawingml/2006/main" noGrp="1"/>
          </p:cNvSpPr>
          <p:nvPr/>
        </p:nvSpPr>
        <p:spPr>
          <a:xfrm xmlns:a="http://schemas.openxmlformats.org/drawingml/2006/main">
            <a:off x="762000" y="468630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Esta diferencia entre entradas se reconoce como una limitación.</a:t>
            </a:r>
          </a:p>
        </p:txBody>
      </p:sp>
      <p:sp>
        <p:nvSpPr>
          <p:cNvPr id="15" name="">
            <a:extLst xmlns:a="http://schemas.openxmlformats.org/drawingml/2006/main">
              <a:ext uri="{FF2B5EF4-FFF2-40B4-BE49-F238E27FC236}">
                <a16:creationId xmlns:a16="http://schemas.microsoft.com/office/drawing/2014/main" id="{1E9A6AF4-BD4C-49B8-B2F2-FDF1AF2C2DA9}"/>
              </a:ext>
            </a:extLst>
          </p:cNvPr>
          <p:cNvSpPr>
            <a:spLocks xmlns:a="http://schemas.openxmlformats.org/drawingml/2006/main" noGrp="1"/>
          </p:cNvSpPr>
          <p:nvPr/>
        </p:nvSpPr>
        <p:spPr>
          <a:xfrm xmlns:a="http://schemas.openxmlformats.org/drawingml/2006/main">
            <a:off x="762000" y="56007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526173"/>
                </a:solidFill>
                <a:latin typeface="Lato"/>
                <a:ea typeface="Lato"/>
                <a:cs typeface="Lato"/>
              </a:defRPr>
            </a:defPPr>
          </a:lstStyle>
          <a:p xmlns:a="http://schemas.openxmlformats.org/drawingml/2006/main">
            <a:pPr algn="l">
              <a:defRPr sz="2100" b="0">
                <a:solidFill>
                  <a:srgbClr val="526173"/>
                </a:solidFill>
                <a:latin typeface="Lato"/>
                <a:ea typeface="Lato"/>
                <a:cs typeface="Lato"/>
              </a:defRPr>
            </a:pPr>
            <a:r>
              <a:rPr sz="2100" b="0">
                <a:solidFill>
                  <a:srgbClr val="526173"/>
                </a:solidFill>
                <a:latin typeface="Lato"/>
                <a:ea typeface="Lato"/>
                <a:cs typeface="Lato"/>
              </a:rPr>
              <a:t>Su efecto en el seguimiento requiere ensayos controlados.</a:t>
            </a:r>
          </a:p>
        </p:txBody>
      </p:sp>
    </p:spTree>
    <p:extLst>
      <p:ext uri="{BB962C8B-B14F-4D97-AF65-F5344CB8AC3E}">
        <p14:creationId xmlns:p14="http://schemas.microsoft.com/office/powerpoint/2010/main" val="4142571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4AEC71-C41A-43D0-917B-79D727789F5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2BB8B5-6E42-4086-92D3-46DFFEABC35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1061DF0E-0AA4-43D7-90F1-93102BCCB20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CA74BD9B-8432-46DA-A5A7-E155623A212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C4588C-87EE-4A67-AF7B-7617CCEA6BF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96F3D7B4-42DC-439E-9F2B-F7088B1BF49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F4586B57-A746-4C0C-8FD5-3EDAEDD82E3A}"/>
              </a:ext>
            </a:extLst>
          </p:cNvPr>
          <p:cNvPicPr>
            <a:picLocks xmlns:a="http://schemas.openxmlformats.org/drawingml/2006/main" noChangeAspect="1"/>
          </p:cNvPicPr>
          <p:nvPr/>
        </p:nvPicPr>
        <p:blipFill>
          <a:blip xmlns:r="http://schemas.openxmlformats.org/officeDocument/2006/relationships" xmlns:a="http://schemas.openxmlformats.org/drawingml/2006/main" r:embed="R5b643b83347141e7"/>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EE172B4-7C6A-4585-988A-5E62910706A4}"/>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Pesos: cuantización fuera de línea</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Activaciones: parámetros calculados durante la inferencia</a:t>
            </a:r>
          </a:p>
        </p:txBody>
      </p:sp>
    </p:spTree>
    <p:extLst>
      <p:ext uri="{BB962C8B-B14F-4D97-AF65-F5344CB8AC3E}">
        <p14:creationId xmlns:p14="http://schemas.microsoft.com/office/powerpoint/2010/main" val="19260690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559175-66F5-4EB8-91E0-C524741EAFE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934D43-996F-481E-A07B-DAE10CB2CBC2}"/>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16F20FFF-F6B3-49EB-94D8-E38C57ADC194}"/>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5A2DB74B-FCA7-49A4-8D7F-A785DC7EA1B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5FAE3C-0CBD-43E2-8BB7-ABE049C796F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07A6A190-5493-4184-AC9C-019FB046B00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A7B640CA-96A1-437A-BA41-E9CB7BC58F89}"/>
              </a:ext>
            </a:extLst>
          </p:cNvPr>
          <p:cNvPicPr>
            <a:picLocks xmlns:a="http://schemas.openxmlformats.org/drawingml/2006/main" noChangeAspect="1"/>
          </p:cNvPicPr>
          <p:nvPr/>
        </p:nvPicPr>
        <p:blipFill>
          <a:blip xmlns:r="http://schemas.openxmlformats.org/officeDocument/2006/relationships" xmlns:a="http://schemas.openxmlformats.org/drawingml/2006/main" r:embed="Rb1d09401fe0c46e3"/>
          <a:stretch xmlns:a="http://schemas.openxmlformats.org/drawingml/2006/main"/>
        </p:blipFill>
        <p:spPr>
          <a:xfrm xmlns:a="http://schemas.openxmlformats.org/drawingml/2006/main">
            <a:off x="6572250" y="1850529"/>
            <a:ext cx="4905375" cy="398561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96B2B4A-1860-4C23-932F-D54426E40916}"/>
              </a:ext>
            </a:extLst>
          </p:cNvPr>
          <p:cNvSpPr>
            <a:spLocks xmlns:a="http://schemas.openxmlformats.org/drawingml/2006/main" noGrp="1"/>
          </p:cNvSpPr>
          <p:nvPr/>
        </p:nvSpPr>
        <p:spPr>
          <a:xfrm xmlns:a="http://schemas.openxmlformats.org/drawingml/2006/main">
            <a:off x="714375" y="2085975"/>
            <a:ext cx="5476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Tres configuraciones</a:t>
            </a:r>
          </a:p>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Analítico · FP32 · INT8</a:t>
            </a:r>
          </a:p>
        </p:txBody>
      </p:sp>
      <p:sp>
        <p:nvSpPr>
          <p:cNvPr id="9" name="">
            <a:extLst xmlns:a="http://schemas.openxmlformats.org/drawingml/2006/main">
              <a:ext uri="{FF2B5EF4-FFF2-40B4-BE49-F238E27FC236}">
                <a16:creationId xmlns:a16="http://schemas.microsoft.com/office/drawing/2014/main" id="{9282E087-3C2F-4509-B9BC-1AB00CC7A910}"/>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A50E91E0-C259-4950-9649-0F3FDA5F9CF7}"/>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Tree>
    <p:extLst>
      <p:ext uri="{BB962C8B-B14F-4D97-AF65-F5344CB8AC3E}">
        <p14:creationId xmlns:p14="http://schemas.microsoft.com/office/powerpoint/2010/main" val="7682964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3F1E21-BAAC-4ABA-9C32-9450CA8752D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208528-6EBC-4C4F-92CE-1428F4E7427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6CEF1A1E-C938-485A-A34E-56B39EE67EC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ABCB57B3-6203-4DE2-BF0C-F892AF0A4EA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0F3159D-1FA6-49C5-9F81-AD9354F52EE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4BB98F25-6554-4C54-8889-589A8F296B9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79C055DB-C84C-460E-A7ED-51A6A0F6E353}"/>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524a583a315c4530"/>
          </a:graphicData>
        </a:graphic>
      </p:graphicFrame>
      <p:sp>
        <p:nvSpPr>
          <p:cNvPr id="8" name="">
            <a:extLst xmlns:a="http://schemas.openxmlformats.org/drawingml/2006/main">
              <a:ext uri="{FF2B5EF4-FFF2-40B4-BE49-F238E27FC236}">
                <a16:creationId xmlns:a16="http://schemas.microsoft.com/office/drawing/2014/main" id="{A33A6D4C-DC2E-404E-8F84-3C0AD2BC5E9B}"/>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F3DF3A4F-9AB6-425F-9E28-0E0D72117712}"/>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9771E43E-8670-47CB-93E9-DBD367F0BD88}"/>
              </a:ext>
            </a:extLst>
          </p:cNvPr>
          <p:cNvSpPr>
            <a:spLocks xmlns:a="http://schemas.openxmlformats.org/drawingml/2006/main" noGrp="1"/>
          </p:cNvSpPr>
          <p:nvPr/>
        </p:nvSpPr>
        <p:spPr>
          <a:xfrm xmlns:a="http://schemas.openxmlformats.org/drawingml/2006/main">
            <a:off x="8382000" y="47910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equivale a memoria total</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de ejecución ni a energía.</a:t>
            </a:r>
          </a:p>
        </p:txBody>
      </p:sp>
    </p:spTree>
    <p:extLst>
      <p:ext uri="{BB962C8B-B14F-4D97-AF65-F5344CB8AC3E}">
        <p14:creationId xmlns:p14="http://schemas.microsoft.com/office/powerpoint/2010/main" val="7312154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8B07B5-CD65-4286-8E2A-1E24F24CE3A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173D33-A4CA-4D96-881C-A9F8B8DDEBE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5766F80C-B8DE-4679-ADBF-833F067ED26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de inferencia</a:t>
            </a:r>
          </a:p>
        </p:txBody>
      </p:sp>
      <p:sp>
        <p:nvSpPr>
          <p:cNvPr id="4" name="">
            <a:extLst xmlns:a="http://schemas.openxmlformats.org/drawingml/2006/main">
              <a:ext uri="{FF2B5EF4-FFF2-40B4-BE49-F238E27FC236}">
                <a16:creationId xmlns:a16="http://schemas.microsoft.com/office/drawing/2014/main" id="{67D2E11C-4A04-49AF-8AEF-FD0B3E9E986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A33F49-6859-4FDB-BA99-21A508D9549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CB480BF9-F03E-404C-AE66-22E5F9DBA88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DF728F05-291A-41C8-AD41-0517D936A6CF}"/>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21c91124187148bd"/>
          </a:graphicData>
        </a:graphic>
      </p:graphicFrame>
      <p:sp>
        <p:nvSpPr>
          <p:cNvPr id="8" name="">
            <a:extLst xmlns:a="http://schemas.openxmlformats.org/drawingml/2006/main">
              <a:ext uri="{FF2B5EF4-FFF2-40B4-BE49-F238E27FC236}">
                <a16:creationId xmlns:a16="http://schemas.microsoft.com/office/drawing/2014/main" id="{991167B7-63F9-436D-B817-76F9ED06EFFC}"/>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033EFABD-19B9-4AB7-A956-E000BC0C56A2}"/>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6A4113A0-02D7-4DA0-B67A-80549F446A6F}"/>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12505560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9CD142-824F-4671-AE06-D3461A15F9E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26CE71-B509-4A88-B720-316CDD9CA15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FDE85D01-BAFB-4523-A860-C217495007F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0F0993F8-5CCE-4E86-8351-61BC2A362A6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8E8E44-4ADB-4014-966D-61E2DE1E301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DFE8D0D7-0C7F-4808-AEC1-FC96DB3C65F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B54711D5-7E7A-428D-B2F4-5E076B0C941C}"/>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a136971fe1f54a01"/>
          </a:graphicData>
        </a:graphic>
      </p:graphicFrame>
      <p:sp>
        <p:nvSpPr>
          <p:cNvPr id="8" name="">
            <a:extLst xmlns:a="http://schemas.openxmlformats.org/drawingml/2006/main">
              <a:ext uri="{FF2B5EF4-FFF2-40B4-BE49-F238E27FC236}">
                <a16:creationId xmlns:a16="http://schemas.microsoft.com/office/drawing/2014/main" id="{4ECF35B3-016E-4BA7-AAA6-7B2C1E6D2949}"/>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D96E2500-3358-4A00-BD38-29A09E2DD36B}"/>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68149207-F49E-4134-9724-5DAF965AC133}"/>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A2E9D8C3-3C9C-487D-9B22-606E564E9E02}"/>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8419982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568340-4DD3-47F4-8173-FAAFD3CEF8A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52E4D6-70EE-43E6-A37E-E04C3A1C140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ABCA5F92-7B5C-42DF-BF66-68CE6527182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D4302CE3-349B-4393-9CE8-8F6B9D24A68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E3950D-6D4E-44BA-B2A4-3A3B4058654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DCE1294A-BA06-4355-8FD1-E02652CAB1A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3BF851F7-3919-476C-9E03-BE024748F5F3}"/>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D13FAE35-C399-45CA-A100-DDFC805A93BB}"/>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12897529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2B2E82-337F-4536-B2B8-AAAFB1282B0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86D811-DF46-4566-9FDD-D772E7D40B8F}"/>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4200F619-B79D-4F87-A2E4-0C3AE06C0C8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EFA4E2A0-48F5-45BF-9A60-4B14170FC9A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FB31A8-C961-4CA4-974B-58D8C0DACF9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971F9DEA-E12F-431F-94A0-03A3B61C4EB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34F20D77-B1F4-4323-9ADC-AB9A2BE230A4}"/>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527060B7-56F2-493C-B4F2-2FAEB7D5258F}"/>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predictor de torque total en simulación.</a:t>
            </a:r>
          </a:p>
        </p:txBody>
      </p:sp>
      <p:sp>
        <p:nvSpPr>
          <p:cNvPr id="9" name="">
            <a:extLst xmlns:a="http://schemas.openxmlformats.org/drawingml/2006/main">
              <a:ext uri="{FF2B5EF4-FFF2-40B4-BE49-F238E27FC236}">
                <a16:creationId xmlns:a16="http://schemas.microsoft.com/office/drawing/2014/main" id="{2D9A6077-E4B1-4A0F-B3F4-C4B61639813A}"/>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D9D2887F-4940-496C-AA92-B4F5EC851E1B}"/>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EA3D8B8E-81F0-4139-9DD6-351EE1BE2077}"/>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08E410DB-8801-4BDA-BAFE-0EA33F301DFC}"/>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5203862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FF69FB-3E68-44D9-90E5-C5F8BE1907F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F9B794-5186-495B-93A2-5C7918A9140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3B3D4EFE-6A95-4802-B503-5ED4A4D174BD}"/>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4F84A6C7-1540-4439-986C-5D64D715E2D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EF2DFD-7E1B-46D8-B411-DA988A12857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FA2FA502-B3A8-4A52-8F08-3B4161E4E9D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4DB08683-ED85-408F-9CDA-65C3A82B8EDA}"/>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versión corregida, 2026.</a:t>
            </a:r>
          </a:p>
        </p:txBody>
      </p:sp>
      <p:sp>
        <p:nvSpPr>
          <p:cNvPr id="8" name="">
            <a:extLst xmlns:a="http://schemas.openxmlformats.org/drawingml/2006/main">
              <a:ext uri="{FF2B5EF4-FFF2-40B4-BE49-F238E27FC236}">
                <a16:creationId xmlns:a16="http://schemas.microsoft.com/office/drawing/2014/main" id="{2DC21985-A260-48E5-AC59-C4A22DED3792}"/>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3BC6F255-0213-4230-B048-BFFAF3E77BAB}"/>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EBB9E50C-4F15-4872-92A0-6357B2DB1BDE}"/>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A2A9FC21-336A-4D33-A257-FE390AD28527}"/>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5FC1E044-ABBB-42EA-9161-FD6B81419A49}"/>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20086605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2026-10-07T18:20:53.0970000Z</dcterms:created>
  <dcterms:modified xsi:type="dcterms:W3CDTF">2026-10-07T18:20:53.0970000Z</dcterms:modified>
</coreProperties>
</file>