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4f7f014f3f4d37" /><Relationship Type="http://schemas.openxmlformats.org/officeDocument/2006/relationships/extended-properties" Target="/docProps/app.xml" Id="R0c5433ffe4104dc3" /><Relationship Type="http://schemas.openxmlformats.org/officeDocument/2006/relationships/officeDocument" Target="/ppt/presentation.xml" Id="R7140d5e469494866" /></Relationships>
</file>

<file path=ppt/presentation.xml><?xml version="1.0" encoding="utf-8"?>
<p:presentation xmlns:p="http://schemas.openxmlformats.org/presentationml/2006/main">
  <p:sldMasterIdLst>
    <p:sldMasterId xmlns:r="http://schemas.openxmlformats.org/officeDocument/2006/relationships" id="2147483648" r:id="R78aa5f0f220d45d4"/>
  </p:sldMasterIdLst>
  <p:notesMasterIdLst>
    <p:notesMasterId xmlns:r="http://schemas.openxmlformats.org/officeDocument/2006/relationships" r:id="Re8ec4da430ff4576"/>
  </p:notesMasterIdLst>
  <p:sldIdLst>
    <p:sldId xmlns:r="http://schemas.openxmlformats.org/officeDocument/2006/relationships" id="256" r:id="R7c5f5b887d9d4300"/>
    <p:sldId xmlns:r="http://schemas.openxmlformats.org/officeDocument/2006/relationships" id="257" r:id="R8534bec8613845c7"/>
    <p:sldId xmlns:r="http://schemas.openxmlformats.org/officeDocument/2006/relationships" id="258" r:id="Re8840065f9c545f2"/>
    <p:sldId xmlns:r="http://schemas.openxmlformats.org/officeDocument/2006/relationships" id="259" r:id="R83e0250c2583474b"/>
    <p:sldId xmlns:r="http://schemas.openxmlformats.org/officeDocument/2006/relationships" id="260" r:id="Rcd651b29accf4317"/>
    <p:sldId xmlns:r="http://schemas.openxmlformats.org/officeDocument/2006/relationships" id="261" r:id="R13baea566d0d45bd"/>
    <p:sldId xmlns:r="http://schemas.openxmlformats.org/officeDocument/2006/relationships" id="262" r:id="R0947ffc3f7d841a8"/>
    <p:sldId xmlns:r="http://schemas.openxmlformats.org/officeDocument/2006/relationships" id="263" r:id="R5a793a59aaf24788"/>
    <p:sldId xmlns:r="http://schemas.openxmlformats.org/officeDocument/2006/relationships" id="264" r:id="R5a9a9ec117494b1e"/>
    <p:sldId xmlns:r="http://schemas.openxmlformats.org/officeDocument/2006/relationships" id="265" r:id="R20917565137845db"/>
    <p:sldId xmlns:r="http://schemas.openxmlformats.org/officeDocument/2006/relationships" id="266" r:id="Rdc219e0c496548d7"/>
    <p:sldId xmlns:r="http://schemas.openxmlformats.org/officeDocument/2006/relationships" id="267" r:id="R24d4c251820943a7"/>
    <p:sldId xmlns:r="http://schemas.openxmlformats.org/officeDocument/2006/relationships" id="268" r:id="Rbd8c20343eda4221"/>
    <p:sldId xmlns:r="http://schemas.openxmlformats.org/officeDocument/2006/relationships" id="269" r:id="R693c7179036a4b92"/>
    <p:sldId xmlns:r="http://schemas.openxmlformats.org/officeDocument/2006/relationships" id="270" r:id="R11b03dcbc3e64a77"/>
    <p:sldId xmlns:r="http://schemas.openxmlformats.org/officeDocument/2006/relationships" id="271" r:id="Re9e692f6fce94a6b"/>
    <p:sldId xmlns:r="http://schemas.openxmlformats.org/officeDocument/2006/relationships" id="272" r:id="R7ec226c6694a486a"/>
    <p:sldId xmlns:r="http://schemas.openxmlformats.org/officeDocument/2006/relationships" id="273" r:id="R6462d3a6905a416c"/>
    <p:sldId xmlns:r="http://schemas.openxmlformats.org/officeDocument/2006/relationships" id="274" r:id="Rc83fb686222f4b1d"/>
    <p:sldId xmlns:r="http://schemas.openxmlformats.org/officeDocument/2006/relationships" id="275" r:id="R6adbb919cb074b31"/>
    <p:sldId xmlns:r="http://schemas.openxmlformats.org/officeDocument/2006/relationships" id="276" r:id="Raad5c9c1199845b2"/>
    <p:sldId xmlns:r="http://schemas.openxmlformats.org/officeDocument/2006/relationships" id="277" r:id="R1a29e30e6bc44a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c7f5c4aabd422e" /><Relationship Type="http://schemas.openxmlformats.org/officeDocument/2006/relationships/slideMaster" Target="/ppt/slideMasters/slideMaster1.xml" Id="R78aa5f0f220d45d4" /><Relationship Type="http://schemas.openxmlformats.org/officeDocument/2006/relationships/notesMaster" Target="/ppt/notesMasters/notesMaster1.xml" Id="Re8ec4da430ff4576" /><Relationship Type="http://schemas.openxmlformats.org/officeDocument/2006/relationships/presProps" Target="/ppt/presProps.xml" Id="R1a769c8ac9db490c" /><Relationship Type="http://schemas.openxmlformats.org/officeDocument/2006/relationships/tableStyles" Target="/ppt/tableStyles.xml" Id="Re7d98d1596414bae" /><Relationship Type="http://schemas.openxmlformats.org/officeDocument/2006/relationships/slide" Target="/ppt/slides/slide1.xml" Id="R7c5f5b887d9d4300" /><Relationship Type="http://schemas.openxmlformats.org/officeDocument/2006/relationships/slide" Target="/ppt/slides/slide2.xml" Id="R8534bec8613845c7" /><Relationship Type="http://schemas.openxmlformats.org/officeDocument/2006/relationships/slide" Target="/ppt/slides/slide3.xml" Id="Re8840065f9c545f2" /><Relationship Type="http://schemas.openxmlformats.org/officeDocument/2006/relationships/slide" Target="/ppt/slides/slide4.xml" Id="R83e0250c2583474b" /><Relationship Type="http://schemas.openxmlformats.org/officeDocument/2006/relationships/slide" Target="/ppt/slides/slide5.xml" Id="Rcd651b29accf4317" /><Relationship Type="http://schemas.openxmlformats.org/officeDocument/2006/relationships/slide" Target="/ppt/slides/slide6.xml" Id="R13baea566d0d45bd" /><Relationship Type="http://schemas.openxmlformats.org/officeDocument/2006/relationships/slide" Target="/ppt/slides/slide7.xml" Id="R0947ffc3f7d841a8" /><Relationship Type="http://schemas.openxmlformats.org/officeDocument/2006/relationships/slide" Target="/ppt/slides/slide8.xml" Id="R5a793a59aaf24788" /><Relationship Type="http://schemas.openxmlformats.org/officeDocument/2006/relationships/slide" Target="/ppt/slides/slide9.xml" Id="R5a9a9ec117494b1e" /><Relationship Type="http://schemas.openxmlformats.org/officeDocument/2006/relationships/slide" Target="/ppt/slides/slide10.xml" Id="R20917565137845db" /><Relationship Type="http://schemas.openxmlformats.org/officeDocument/2006/relationships/slide" Target="/ppt/slides/slide11.xml" Id="Rdc219e0c496548d7" /><Relationship Type="http://schemas.openxmlformats.org/officeDocument/2006/relationships/slide" Target="/ppt/slides/slide12.xml" Id="R24d4c251820943a7" /><Relationship Type="http://schemas.openxmlformats.org/officeDocument/2006/relationships/slide" Target="/ppt/slides/slide13.xml" Id="Rbd8c20343eda4221" /><Relationship Type="http://schemas.openxmlformats.org/officeDocument/2006/relationships/slide" Target="/ppt/slides/slide14.xml" Id="R693c7179036a4b92" /><Relationship Type="http://schemas.openxmlformats.org/officeDocument/2006/relationships/slide" Target="/ppt/slides/slide15.xml" Id="R11b03dcbc3e64a77" /><Relationship Type="http://schemas.openxmlformats.org/officeDocument/2006/relationships/slide" Target="/ppt/slides/slide16.xml" Id="Re9e692f6fce94a6b" /><Relationship Type="http://schemas.openxmlformats.org/officeDocument/2006/relationships/slide" Target="/ppt/slides/slide17.xml" Id="R7ec226c6694a486a" /><Relationship Type="http://schemas.openxmlformats.org/officeDocument/2006/relationships/slide" Target="/ppt/slides/slide18.xml" Id="R6462d3a6905a416c" /><Relationship Type="http://schemas.openxmlformats.org/officeDocument/2006/relationships/slide" Target="/ppt/slides/slide19.xml" Id="Rc83fb686222f4b1d" /><Relationship Type="http://schemas.openxmlformats.org/officeDocument/2006/relationships/slide" Target="/ppt/slides/slide20.xml" Id="R6adbb919cb074b31" /><Relationship Type="http://schemas.openxmlformats.org/officeDocument/2006/relationships/slide" Target="/ppt/slides/slide21.xml" Id="Raad5c9c1199845b2" /><Relationship Type="http://schemas.openxmlformats.org/officeDocument/2006/relationships/slide" Target="/ppt/slides/slide22.xml" Id="R1a29e30e6bc44a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38ba96659848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d3dca652b848b6" /><Relationship Type="http://schemas.openxmlformats.org/officeDocument/2006/relationships/notesMaster" Target="/ppt/notesMasters/notesMaster1.xml" Id="Rb6cc08f5e4d343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4e1a4efe4d48ee" /><Relationship Type="http://schemas.openxmlformats.org/officeDocument/2006/relationships/notesMaster" Target="/ppt/notesMasters/notesMaster1.xml" Id="R9d19034989cd44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f4c6070e134a8d" /><Relationship Type="http://schemas.openxmlformats.org/officeDocument/2006/relationships/notesMaster" Target="/ppt/notesMasters/notesMaster1.xml" Id="Re781eb4f2a884a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1832f24ed241a5" /><Relationship Type="http://schemas.openxmlformats.org/officeDocument/2006/relationships/notesMaster" Target="/ppt/notesMasters/notesMaster1.xml" Id="R89eac25aa12745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ac1edc85f24c7f" /><Relationship Type="http://schemas.openxmlformats.org/officeDocument/2006/relationships/notesMaster" Target="/ppt/notesMasters/notesMaster1.xml" Id="R9d58355c220041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b40698f2934354" /><Relationship Type="http://schemas.openxmlformats.org/officeDocument/2006/relationships/notesMaster" Target="/ppt/notesMasters/notesMaster1.xml" Id="Rc8ac7f7d5c844c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0e36920d9c47ef" /><Relationship Type="http://schemas.openxmlformats.org/officeDocument/2006/relationships/notesMaster" Target="/ppt/notesMasters/notesMaster1.xml" Id="Radb19cfd508d4f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722ab26e664949" /><Relationship Type="http://schemas.openxmlformats.org/officeDocument/2006/relationships/notesMaster" Target="/ppt/notesMasters/notesMaster1.xml" Id="R0d85ccc7ac9945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eaba4d550b4adb" /><Relationship Type="http://schemas.openxmlformats.org/officeDocument/2006/relationships/notesMaster" Target="/ppt/notesMasters/notesMaster1.xml" Id="R59d17ec6c2934e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42748333ec47f8" /><Relationship Type="http://schemas.openxmlformats.org/officeDocument/2006/relationships/notesMaster" Target="/ppt/notesMasters/notesMaster1.xml" Id="Rfe29b789105747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26bd9e448a4000" /><Relationship Type="http://schemas.openxmlformats.org/officeDocument/2006/relationships/notesMaster" Target="/ppt/notesMasters/notesMaster1.xml" Id="R7ebc022e3cb445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cb8a47d5e94a6a" /><Relationship Type="http://schemas.openxmlformats.org/officeDocument/2006/relationships/notesMaster" Target="/ppt/notesMasters/notesMaster1.xml" Id="Re90675022ebc4a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9776b3b2cf4351" /><Relationship Type="http://schemas.openxmlformats.org/officeDocument/2006/relationships/notesMaster" Target="/ppt/notesMasters/notesMaster1.xml" Id="R3b14a7fb7cb44b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6fb1b43b7b4bc6" /><Relationship Type="http://schemas.openxmlformats.org/officeDocument/2006/relationships/notesMaster" Target="/ppt/notesMasters/notesMaster1.xml" Id="R5e05bd869b8d4b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9f1127db9e4ba2" /><Relationship Type="http://schemas.openxmlformats.org/officeDocument/2006/relationships/notesMaster" Target="/ppt/notesMasters/notesMaster1.xml" Id="R9c564f46abbd47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62a3d2fd2e44f8" /><Relationship Type="http://schemas.openxmlformats.org/officeDocument/2006/relationships/notesMaster" Target="/ppt/notesMasters/notesMaster1.xml" Id="R9a5f7e5b433243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03b67fae9649c6" /><Relationship Type="http://schemas.openxmlformats.org/officeDocument/2006/relationships/notesMaster" Target="/ppt/notesMasters/notesMaster1.xml" Id="R5100420fa68b40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e0eb2a3cc3423a" /><Relationship Type="http://schemas.openxmlformats.org/officeDocument/2006/relationships/notesMaster" Target="/ppt/notesMasters/notesMaster1.xml" Id="R2e4e35811c8048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3ebe2108964a6d" /><Relationship Type="http://schemas.openxmlformats.org/officeDocument/2006/relationships/notesMaster" Target="/ppt/notesMasters/notesMaster1.xml" Id="R59bfd85bb95342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0d6eb500b9445d" /><Relationship Type="http://schemas.openxmlformats.org/officeDocument/2006/relationships/notesMaster" Target="/ppt/notesMasters/notesMaster1.xml" Id="R876a84823512491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87fe9bd3b24f61" /><Relationship Type="http://schemas.openxmlformats.org/officeDocument/2006/relationships/notesMaster" Target="/ppt/notesMasters/notesMaster1.xml" Id="R46b5aef7b94749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93e46e794b49c0" /><Relationship Type="http://schemas.openxmlformats.org/officeDocument/2006/relationships/notesMaster" Target="/ppt/notesMasters/notesMaster1.xml" Id="R7aeb98f2db1547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Como respaldo oral: UINT8 no tiene signo y representa códigos de 0 a 255. FP32 utiliza cuatro bytes por valor e INT8 uno. La reducción del archivo completo depende de los componentes que conserva el modelo.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extraída del reporte TT1 para ejemplificar visualmente la cuantización, con rango reducido y sin representar parámetros del modelo. x_int es el código entero; qmin y qmax son sus límites. Se utiliza x_int para distinguirlo de la posición articular q que se presenta después. clip limita el código al rango admitido. El símbolo x̂ representa el valor reconstruido.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describe el modelo mediante un grafo de operadores y tensores; ONNX Runtime es la herramienta utilizada para ejecutarlo.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no se introduce en aceleración de mando del CTC ideal. El maestro produce etiquetas de torque total y es la referencia analítica. 151.2 µs mide RNEA+PD integrado, no RNEA aislado; omitir comparación injusta con inferencia pura.</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pesos+1158 sesgos=307590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como entrada, no residual. Normalización, modelo, desnormalización y saturación provisional. Recibe estados y referencias. q̈ actual cero en despliegue. El modelo no sustituye el cálculo RNEA. Figura redibujada como formas editables a partir del diagrama corregido.</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42=7 grupos de6: q,dq,ddq,qd,dqd,ddqd,tauRNEA; seis objetivos de torque. Entrenamiento Adam0.002,batch512,500épocas configuradas,scheduler paciencia15. No presentar 50000 filas sin cotejo. Escaladores ajustados antes de partición constituyen limitación de evaluación independiente. La aceleración cero es simplificación no ventaja probada; evaluar retirarla implicaría 36 entradas y reentrenamiento.</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Pesos cuantizados fuera de línea; escalas y puntos cero activaciones calculados en inferencia. No calibración estática como paso realizado. QAT no se evaluó en TT1. Mismos parámetros y capas. Ejecución CPU sin garantizar backend SIMD particular.</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ejemplo matemático no un registro del ensayo. Tres esquemas: maestro RNEA+PD, predictorFP32, predictorINT8. MedidasCPU/OS. Conteos nominales por frecuencia/duración no son mensajes efectivos; no usarN300000como conteo confirmado.</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fa1991ebf54a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958dc3e7ae47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38f25f585f48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a47e01694248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9cafc8db9c40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2a571f098446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39783A-90B1-4767-8DE9-83E94115CC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935290-1917-4B85-9FC2-19231EC0CB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CED1BE-77C6-4F76-BEB9-3BC6874D404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A1E145-9A3A-4999-8088-6FD560B444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AEEC33-A797-4B52-9C12-621421D62E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0D36F3-BE0C-4B1A-80E3-038979397C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2AB246-3788-4FDC-8FFC-34F4378D37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0A64AB-8564-43A6-903F-F5B5255FF7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EAB518-28D6-47C4-ADF8-B3844BD3B6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029074-8B65-45D7-A94D-C984349B6C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39bfdcb18747c8" /><Relationship Type="http://schemas.openxmlformats.org/officeDocument/2006/relationships/slideLayout" Target="/ppt/slideLayouts/slideLayout1.xml" Id="R1e93c0efac4f488d" /><Relationship Type="http://schemas.openxmlformats.org/officeDocument/2006/relationships/slideLayout" Target="/ppt/slideLayouts/slideLayout2.xml" Id="R0ee9ecf3f30044b0" /><Relationship Type="http://schemas.openxmlformats.org/officeDocument/2006/relationships/slideLayout" Target="/ppt/slideLayouts/slideLayout3.xml" Id="Rdf166bada9814e5e" /><Relationship Type="http://schemas.openxmlformats.org/officeDocument/2006/relationships/slideLayout" Target="/ppt/slideLayouts/slideLayout4.xml" Id="R3d7b0eaa258a4c9e" /><Relationship Type="http://schemas.openxmlformats.org/officeDocument/2006/relationships/slideLayout" Target="/ppt/slideLayouts/slideLayout5.xml" Id="Rc21b96a8997542b2" /><Relationship Type="http://schemas.openxmlformats.org/officeDocument/2006/relationships/slideLayout" Target="/ppt/slideLayouts/slideLayout6.xml" Id="Rc0b89b00e09b4b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93c0efac4f488d"/>
    <p:sldLayoutId xmlns:r="http://schemas.openxmlformats.org/officeDocument/2006/relationships" id="2147483650" r:id="R0ee9ecf3f30044b0"/>
    <p:sldLayoutId xmlns:r="http://schemas.openxmlformats.org/officeDocument/2006/relationships" id="2147483651" r:id="Rdf166bada9814e5e"/>
    <p:sldLayoutId xmlns:r="http://schemas.openxmlformats.org/officeDocument/2006/relationships" id="2147483652" r:id="R3d7b0eaa258a4c9e"/>
    <p:sldLayoutId xmlns:r="http://schemas.openxmlformats.org/officeDocument/2006/relationships" id="2147483653" r:id="Rc21b96a8997542b2"/>
    <p:sldLayoutId xmlns:r="http://schemas.openxmlformats.org/officeDocument/2006/relationships" id="2147483654" r:id="Rc0b89b00e09b4b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c30af0fab9423c" /><Relationship Type="http://schemas.openxmlformats.org/officeDocument/2006/relationships/notesSlide" Target="/ppt/notesSlides/notesSlide1.xml" Id="Rc1d8e11ab8ab44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28679e86204f6f" /><Relationship Type="http://schemas.openxmlformats.org/officeDocument/2006/relationships/notesSlide" Target="/ppt/notesSlides/notesSlide2.xml" Id="R3155d71450314b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0d24dcc29f451d" /><Relationship Type="http://schemas.openxmlformats.org/officeDocument/2006/relationships/notesSlide" Target="/ppt/notesSlides/notesSlide3.xml" Id="R0c3b33967adf4d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4889ffbace4435" /><Relationship Type="http://schemas.openxmlformats.org/officeDocument/2006/relationships/notesSlide" Target="/ppt/notesSlides/notesSlide4.xml" Id="R47186911f0144c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9af2abc41049ea" /><Relationship Type="http://schemas.openxmlformats.org/officeDocument/2006/relationships/notesSlide" Target="/ppt/notesSlides/notesSlide5.xml" Id="Rc43e3fc0259044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dcc630ac2b4ec9" /><Relationship Type="http://schemas.openxmlformats.org/officeDocument/2006/relationships/notesSlide" Target="/ppt/notesSlides/notesSlide6.xml" Id="R072e32dda9cf40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b9a6c66f2943b3" /><Relationship Type="http://schemas.openxmlformats.org/officeDocument/2006/relationships/image" Target="/ppt/media/image.png" Id="R5a0b907abf3a4ff3" /><Relationship Type="http://schemas.openxmlformats.org/officeDocument/2006/relationships/notesSlide" Target="/ppt/notesSlides/notesSlide7.xml" Id="R1e3013e2a24740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3e84d927b2347e6" /><Relationship Type="http://schemas.openxmlformats.org/officeDocument/2006/relationships/notesSlide" Target="/ppt/notesSlides/notesSlide8.xml" Id="Rf63e3dd275474a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e8353f60074559" /><Relationship Type="http://schemas.openxmlformats.org/officeDocument/2006/relationships/notesSlide" Target="/ppt/notesSlides/notesSlide9.xml" Id="R3f0bcc4da8c749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cc3fc2194d4970" /><Relationship Type="http://schemas.openxmlformats.org/officeDocument/2006/relationships/image" Target="/ppt/media/image2.png" Id="Re29472cf1d3047a3" /><Relationship Type="http://schemas.openxmlformats.org/officeDocument/2006/relationships/notesSlide" Target="/ppt/notesSlides/notesSlide10.xml" Id="Rbc96da1e98c142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7454b00ab914f9c" /><Relationship Type="http://schemas.openxmlformats.org/officeDocument/2006/relationships/notesSlide" Target="/ppt/notesSlides/notesSlide11.xml" Id="Recc8b35c9ab045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7001c451054427" /><Relationship Type="http://schemas.openxmlformats.org/officeDocument/2006/relationships/image" Target="/ppt/media/image3.png" Id="Re3039b8148f84a91" /><Relationship Type="http://schemas.openxmlformats.org/officeDocument/2006/relationships/notesSlide" Target="/ppt/notesSlides/notesSlide12.xml" Id="Rcd240f493ac847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2f953c31344332" /><Relationship Type="http://schemas.openxmlformats.org/officeDocument/2006/relationships/notesSlide" Target="/ppt/notesSlides/notesSlide13.xml" Id="Rcbdd898354c843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70e20a4e73243a5" /><Relationship Type="http://schemas.openxmlformats.org/officeDocument/2006/relationships/notesSlide" Target="/ppt/notesSlides/notesSlide14.xml" Id="R46e3e4a236b848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1a73258b7ef432c" /><Relationship Type="http://schemas.openxmlformats.org/officeDocument/2006/relationships/image" Target="/ppt/media/image4.png" Id="R02bf7a69b0364217" /><Relationship Type="http://schemas.openxmlformats.org/officeDocument/2006/relationships/notesSlide" Target="/ppt/notesSlides/notesSlide15.xml" Id="Radd79d516a4044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11b63926bc44300" /><Relationship Type="http://schemas.openxmlformats.org/officeDocument/2006/relationships/image" Target="/ppt/media/image5.png" Id="R5a7bea57e82c4ac6" /><Relationship Type="http://schemas.openxmlformats.org/officeDocument/2006/relationships/notesSlide" Target="/ppt/notesSlides/notesSlide16.xml" Id="R0192adbfbc9147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9ee8815d79846c4" /><Relationship Type="http://schemas.openxmlformats.org/officeDocument/2006/relationships/chart" Target="/ppt/slides/charts/chart1.xml" Id="R1dad1edcc67b4aee" /><Relationship Type="http://schemas.openxmlformats.org/officeDocument/2006/relationships/notesSlide" Target="/ppt/notesSlides/notesSlide17.xml" Id="R92cec4b7c77c47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280104e643d4d84" /><Relationship Type="http://schemas.openxmlformats.org/officeDocument/2006/relationships/chart" Target="/ppt/slides/charts/chart2.xml" Id="R8f26cbe9b15247e6" /><Relationship Type="http://schemas.openxmlformats.org/officeDocument/2006/relationships/notesSlide" Target="/ppt/notesSlides/notesSlide18.xml" Id="R52fa28f696d643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58636bc1241468f" /><Relationship Type="http://schemas.openxmlformats.org/officeDocument/2006/relationships/chart" Target="/ppt/slides/charts/chart3.xml" Id="Ra762cfeec0074dee" /><Relationship Type="http://schemas.openxmlformats.org/officeDocument/2006/relationships/notesSlide" Target="/ppt/notesSlides/notesSlide19.xml" Id="Rdf1f953a352048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afb7567cd5f4a0e" /><Relationship Type="http://schemas.openxmlformats.org/officeDocument/2006/relationships/notesSlide" Target="/ppt/notesSlides/notesSlide20.xml" Id="Rae719afbac0349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3e1e15cb1764f60" /><Relationship Type="http://schemas.openxmlformats.org/officeDocument/2006/relationships/notesSlide" Target="/ppt/notesSlides/notesSlide21.xml" Id="Rabe943be70054a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f7643233cd04035" /><Relationship Type="http://schemas.openxmlformats.org/officeDocument/2006/relationships/notesSlide" Target="/ppt/notesSlides/notesSlide22.xml" Id="R2ace3fb5814143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Analítico</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EE15A0-16EF-43D7-A542-E148E06A49B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9F11D5-A41D-4B9D-B721-866D99C4CD00}"/>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424A4FE6-B737-48BA-941C-EC05F08395D4}"/>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0CDB68E0-A432-4828-B8D6-633FBD1CB179}"/>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B75430FE-8816-4E1E-92AC-A98D5C374CDD}"/>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9B4039D5-2077-4C57-9364-0F18E0BCB5C6}"/>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9374CF50-274B-44F2-91FA-DEB95DF6BEE8}"/>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496E4169-96E8-4CD3-BCF7-693A2DB68440}"/>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F21B02E9-A5AF-4EB2-AB45-89DC9C6CEA01}"/>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6115337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3A43D1-11C4-433A-9E9A-1F6839C8A21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542D9A-1E56-4A28-8484-57FF8AAAFE1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050E8B9D-3FA4-4416-B19A-DBFD472B9F9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77832E2E-0347-4179-80A8-CF768165574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AD6762-E618-4788-8CD5-D9DF4D8BC9B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0CD80AA5-0776-47B7-BD0F-5280FBFA813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57F54FAD-F8DB-4240-B053-3E2A7D10DE0F}"/>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7AE373B1-913C-4FBC-9895-D9D3A2D88902}"/>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961B7624-B006-4C47-A1E6-96C428A45D73}"/>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5A11695D-B09C-4404-B1AF-9979F49F1BF7}"/>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354A48CB-086C-41A6-8C2B-CF78503C2221}"/>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A0F67C62-AFFA-4D27-A589-6F7184E2A9F3}"/>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AD7BB009-92A2-4B5E-9DF3-2C1BD6907D1B}"/>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1597309E-36E5-4644-BC51-3776070AE69E}"/>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68912CD4-D3B9-429A-A4C9-84D1EDEE522E}"/>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7015CBCD-EEAC-45E6-9E73-1A0BEDFB2364}"/>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19479231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D734E1A-8AC4-4DE1-8EE7-AD1473ECB15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E4F540-F93C-4CF7-A1F7-D2A08987C66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FDDEB3CF-08C3-4CB2-AEC1-53B74516C2C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319EEF61-3BDB-45C8-A696-1D564EB7408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9CD14C7-F08D-432D-A364-0FF6BC68DF3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CFF869AA-9B75-40A0-8EA6-0E8A03976AA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878CDCFB-F76D-43EA-96A9-D7CD2E3B2112}"/>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CFA773EE-35D0-49A3-8375-460D7F643E6C}"/>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F5C509F4-107F-4C0F-BF58-83FAEA043458}"/>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E2FDC6E5-8D9E-4FD2-A365-0E70AC7C95D5}"/>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6A657F82-2E05-4167-97D4-1CA1164F6253}"/>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C0AB2667-BCAC-4B5F-A4D4-6BD990913165}"/>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B410FB48-3F98-4A26-80ED-E02C3BFB55A7}"/>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31DA0442-3D21-41E6-B498-7EAF07B5C4CF}"/>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6727887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8BC4F2-7DD7-499C-90ED-EDAAB161782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0036AD-F31F-4406-9B68-D8DEE75635A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E6B7D3AB-AA4C-4514-AA87-4612CA420A0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F1B98543-1AFD-4699-8D89-1B49E022BF2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13F324-6D8C-405F-BD20-2F3B67DCB7B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2ACEA522-C208-4446-B70C-AAB646D8196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DB05A722-3CB3-415E-921C-F1174882A5B5}"/>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2C2458B4-E083-489F-98F2-CE1682B356F0}"/>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BB917E9-DEB6-4580-8D95-7B322FCB9445}"/>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11227950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D8C624-778A-4668-A628-B2E7850A323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73A2C9-29DF-4D86-AD5D-E8BF30A0849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38316F65-A7C8-4D4E-8BFC-CF07239845D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190F3D20-6EE0-4759-A560-30D7D38CF20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81BA56D-1191-4DAC-9E49-77D16D2A95F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783CBA69-40DB-4C94-A999-2D730638061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B3611A3E-71CB-4D31-95EE-A5F870A622C5}"/>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0C8B5298-95C7-46B3-9C78-CC0047C78419}"/>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4DA05755-8D87-42E9-82B2-1203022A33D8}"/>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A30E71BC-F39A-48F8-8C16-DF1511BE2674}"/>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FAE82F3D-D71C-4E21-9F2E-29299A81D30D}"/>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429C7EAA-EF46-4595-A102-379D347499C9}"/>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EEF2F58F-FFC5-4AB6-A60E-C031E1040394}"/>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C099F7F3-8BE1-4D07-B487-01AE8B1D0023}"/>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14094188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0222F26-545E-478B-B6A7-78E6DB0CDD2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B5552B-8E0C-48DB-80B4-1ED72C80F98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D524AF36-5C9F-423F-81CA-B228E061FF8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5C65EAFC-4819-4BEE-935D-370BFC2CD1A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D24C37A-2D41-48B8-BCF3-97C7D8D2AA0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14FB4D51-1974-4F1E-8D23-9440FD598CE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E78F1EA2-395F-48C6-AF07-826AD49ED87B}"/>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3E7BAD2D-7604-40BF-9A3B-B53DCB926363}"/>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0D7457-5D33-4602-AB84-265EF45BDB80}"/>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730DE86C-AE4D-475F-ACF8-7FADCA5B0B66}"/>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98145A5-4A81-47BC-8C81-092DDF1B0B80}"/>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2058227D-62AF-494E-8D7E-80AD5DEFFE9E}"/>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28E9E3-879C-47E6-AF0C-C7F11E8757B9}"/>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3B2047A8-EA40-441D-A387-21046BDEDDDC}"/>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9766A0E0-A41C-4C60-9A62-0BBBEC8C3F6B}"/>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A66CBC9-3FDD-49D0-89B7-5E37C5CED204}"/>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51E48B66-979B-4E45-9EDD-546F9362558F}"/>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667455-ACC1-4DD1-8F03-0903F5620FBA}"/>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9A1F2D78-CD5D-43AA-8E8B-0E17BE1D05F3}"/>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98C7866-E196-469B-BE0A-12FD905B5038}"/>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6F34BF29-5EA6-4695-8C2C-95C974381877}"/>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FE66638-DE96-4B01-A547-90B62B360D73}"/>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4B0EC4C0-A088-4C4F-9BE4-F02B1BF86582}"/>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08D6FB7-E806-4487-9AA0-B886CA253C04}"/>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2310778E-2E5E-4073-A3FC-1427FE0CC4FC}"/>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B6042E9-E6B3-4D95-B281-EDFC6FCC99EF}"/>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13503C6B-F105-41E2-8AF7-41252198D8A1}"/>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43EB1E-F33B-443E-95E2-DFEEC4EF6F5D}"/>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84662831-1C61-477A-9C6E-518A197D3478}"/>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64140AF-656D-4D1A-B513-7B7994F1C933}"/>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1FDA3430-4253-45CB-A8A2-4A8FF0E6FDAB}"/>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7A26ADD1-B401-4AF2-A947-F6C13D73B6AC}"/>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0A6D2D87-9B59-43A1-B10C-D62DADFFA248}"/>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15210139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5AED087-F32A-4F12-BACF-01263305D7E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718AFB-AD6F-40D7-B087-19A1FA3F0CE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EABC095B-DCB8-44A9-A22C-8404CAD8205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AE478F53-FAAE-408C-9B15-4075FB76DF6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63AA88-0FCB-4C7B-A719-08BD79CBB74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31257FE4-FBBE-4ABC-8415-CC6D423CDD9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31C5B906-A16C-481A-AC77-78D7B7C3DF71}"/>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D5A25B23-E546-46E2-9DBD-498D8DEDE06A}"/>
              </a:ext>
            </a:extLst>
          </p:cNvPr>
          <p:cNvSpPr>
            <a:spLocks xmlns:a="http://schemas.openxmlformats.org/drawingml/2006/main" noGrp="1"/>
          </p:cNvSpPr>
          <p:nvPr/>
        </p:nvSpPr>
        <p:spPr>
          <a:xfrm xmlns:a="http://schemas.openxmlformats.org/drawingml/2006/main">
            <a:off x="714375" y="2933700"/>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 (xmax − xmin) / (qmax − qmin)</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x_int = clip(round(x/S) + Z,</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                    qmin, qmax)</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 S(x_int − Z)</a:t>
            </a:r>
          </a:p>
        </p:txBody>
      </p:sp>
      <p:sp>
        <p:nvSpPr>
          <p:cNvPr id="9" name="">
            <a:extLst xmlns:a="http://schemas.openxmlformats.org/drawingml/2006/main">
              <a:ext uri="{FF2B5EF4-FFF2-40B4-BE49-F238E27FC236}">
                <a16:creationId xmlns:a16="http://schemas.microsoft.com/office/drawing/2014/main" id="{7E22BD5F-3915-48A4-9F06-652397DD51FC}"/>
              </a:ext>
            </a:extLst>
          </p:cNvPr>
          <p:cNvSpPr>
            <a:spLocks xmlns:a="http://schemas.openxmlformats.org/drawingml/2006/main" noGrp="1"/>
          </p:cNvSpPr>
          <p:nvPr/>
        </p:nvSpPr>
        <p:spPr>
          <a:xfrm xmlns:a="http://schemas.openxmlformats.org/drawingml/2006/main">
            <a:off x="714375" y="4943475"/>
            <a:ext cx="53816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separación entre niveles</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Z: código que representa el cero real</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valor reconstruido</a:t>
            </a:r>
          </a:p>
        </p:txBody>
      </p:sp>
      <p:pic>
        <p:nvPicPr>
          <p:cNvPr id="10" name="">
            <a:extLst xmlns:a="http://schemas.openxmlformats.org/drawingml/2006/main">
              <a:ext uri="{FF2B5EF4-FFF2-40B4-BE49-F238E27FC236}">
                <a16:creationId xmlns:a16="http://schemas.microsoft.com/office/drawing/2014/main" id="{08DEDDFE-7E86-4B48-A045-E4CFB821A7E7}"/>
              </a:ext>
            </a:extLst>
          </p:cNvPr>
          <p:cNvPicPr>
            <a:picLocks xmlns:a="http://schemas.openxmlformats.org/drawingml/2006/main" noChangeAspect="1"/>
          </p:cNvPicPr>
          <p:nvPr/>
        </p:nvPicPr>
        <p:blipFill>
          <a:blip xmlns:r="http://schemas.openxmlformats.org/officeDocument/2006/relationships" xmlns:a="http://schemas.openxmlformats.org/drawingml/2006/main" r:embed="R5a0b907abf3a4ff3"/>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3FC2D5A-9701-46FB-9154-234C96D3821F}"/>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Figura extraída del reporte TT1; ejemplo visual.</a:t>
            </a:r>
          </a:p>
        </p:txBody>
      </p:sp>
    </p:spTree>
    <p:extLst>
      <p:ext uri="{BB962C8B-B14F-4D97-AF65-F5344CB8AC3E}">
        <p14:creationId xmlns:p14="http://schemas.microsoft.com/office/powerpoint/2010/main" val="18822013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9F63B68-D4DD-48D5-9C1E-B47A90CD494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4A5CA2-FE49-431C-AD06-6AA37FA2293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1FB7D1B1-ADFC-4BE7-BDFC-7A898018BF0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5FCCDF58-293C-426C-A381-BFC95FDE87D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EFB040-D856-49AA-9454-8BA69368DC6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92A0F59E-2B5D-490A-B13C-22FB2667FBB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6282B4A6-3E74-44FF-8178-214951D4D0FF}"/>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B37CEB76-6FA9-4A16-9B66-BDA15835F047}"/>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C6C621E-5949-45D7-8916-11F6F0FE80A2}"/>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63D6E3AC-572D-4519-83C8-7DC49C7E988B}"/>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EDBF92-F83C-4431-BC1A-855A05A73508}"/>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9035240B-0A67-4AFB-9784-8CBAE943F42F}"/>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224842-D1EF-4AED-9042-F823B8B48B2F}"/>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75E16BF5-E07E-435F-987A-6EECB1206CA9}"/>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C9E4C60-BFE7-41F2-AE56-A69A55E55333}"/>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FA6EA4F5-1342-4E1E-BF4C-9767C97EB238}"/>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5F61A8D-9E1F-4CE9-BC76-F0DE630FD84D}"/>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0DBFECD7-92EA-483F-A095-10BE24F76E22}"/>
              </a:ext>
            </a:extLst>
          </p:cNvPr>
          <p:cNvSpPr>
            <a:spLocks xmlns:a="http://schemas.openxmlformats.org/drawingml/2006/main" noGrp="1"/>
          </p:cNvSpPr>
          <p:nvPr/>
        </p:nvSpPr>
        <p:spPr>
          <a:xfrm xmlns:a="http://schemas.openxmlformats.org/drawingml/2006/main">
            <a:off x="800100" y="432435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capas densas combinan las entradas mediante pesos y sesgos.</a:t>
            </a:r>
          </a:p>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activaciones permiten representar relaciones no lineales.</a:t>
            </a:r>
          </a:p>
        </p:txBody>
      </p:sp>
      <p:sp>
        <p:nvSpPr>
          <p:cNvPr id="19" name="">
            <a:extLst xmlns:a="http://schemas.openxmlformats.org/drawingml/2006/main">
              <a:ext uri="{FF2B5EF4-FFF2-40B4-BE49-F238E27FC236}">
                <a16:creationId xmlns:a16="http://schemas.microsoft.com/office/drawing/2014/main" id="{99A430A9-AF99-45EA-A48A-2609EA912C5C}"/>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8792220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72461AC-E0FF-4496-8AA9-9E06282482F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0EF376-E748-4083-A861-B223EA95442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6FE607AA-B16F-4E19-A9A9-D4C97A6D4AF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99C98AE7-D6CC-4738-BAC6-70D387BC430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DD15E7-19ED-4A05-902B-D94BF22EFCB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9A1FECE8-758F-4EBA-AA9F-E243755F887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A057ABBB-29A7-4F37-8F58-9D4F1791C8EB}"/>
              </a:ext>
            </a:extLst>
          </p:cNvPr>
          <p:cNvSpPr>
            <a:spLocks xmlns:a="http://schemas.openxmlformats.org/drawingml/2006/main" noGrp="1"/>
          </p:cNvSpPr>
          <p:nvPr/>
        </p:nvSpPr>
        <p:spPr>
          <a:xfrm xmlns:a="http://schemas.openxmlformats.org/drawingml/2006/main">
            <a:off x="7620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C9048217-8D31-44FB-B675-C36E8F87E72A}"/>
              </a:ext>
            </a:extLst>
          </p:cNvPr>
          <p:cNvSpPr>
            <a:spLocks xmlns:a="http://schemas.openxmlformats.org/drawingml/2006/main" noGrp="1"/>
          </p:cNvSpPr>
          <p:nvPr/>
        </p:nvSpPr>
        <p:spPr>
          <a:xfrm xmlns:a="http://schemas.openxmlformats.org/drawingml/2006/main">
            <a:off x="1581150" y="191452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B800F7C9-02C0-4F7C-A616-8EDBC97592CF}"/>
              </a:ext>
            </a:extLst>
          </p:cNvPr>
          <p:cNvSpPr>
            <a:spLocks xmlns:a="http://schemas.openxmlformats.org/drawingml/2006/main" noGrp="1"/>
          </p:cNvSpPr>
          <p:nvPr/>
        </p:nvSpPr>
        <p:spPr>
          <a:xfrm xmlns:a="http://schemas.openxmlformats.org/drawingml/2006/main">
            <a:off x="762000" y="2819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29A80FAF-0F7A-43BB-B9AF-9ACC95ECBD13}"/>
              </a:ext>
            </a:extLst>
          </p:cNvPr>
          <p:cNvSpPr>
            <a:spLocks xmlns:a="http://schemas.openxmlformats.org/drawingml/2006/main" noGrp="1"/>
          </p:cNvSpPr>
          <p:nvPr/>
        </p:nvSpPr>
        <p:spPr>
          <a:xfrm xmlns:a="http://schemas.openxmlformats.org/drawingml/2006/main">
            <a:off x="1581150" y="2819400"/>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DA4327C3-B6E2-4BDA-A6F9-4DAB086A00F7}"/>
              </a:ext>
            </a:extLst>
          </p:cNvPr>
          <p:cNvSpPr>
            <a:spLocks xmlns:a="http://schemas.openxmlformats.org/drawingml/2006/main" noGrp="1"/>
          </p:cNvSpPr>
          <p:nvPr/>
        </p:nvSpPr>
        <p:spPr>
          <a:xfrm xmlns:a="http://schemas.openxmlformats.org/drawingml/2006/main">
            <a:off x="762000" y="3724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6FF62A29-D4F2-4E53-B367-459DB223E252}"/>
              </a:ext>
            </a:extLst>
          </p:cNvPr>
          <p:cNvSpPr>
            <a:spLocks xmlns:a="http://schemas.openxmlformats.org/drawingml/2006/main" noGrp="1"/>
          </p:cNvSpPr>
          <p:nvPr/>
        </p:nvSpPr>
        <p:spPr>
          <a:xfrm xmlns:a="http://schemas.openxmlformats.org/drawingml/2006/main">
            <a:off x="1581150" y="372427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F231CAA7-AF67-426E-B557-BF5DCE905D23}"/>
              </a:ext>
            </a:extLst>
          </p:cNvPr>
          <p:cNvSpPr>
            <a:spLocks xmlns:a="http://schemas.openxmlformats.org/drawingml/2006/main" noGrp="1"/>
          </p:cNvSpPr>
          <p:nvPr/>
        </p:nvSpPr>
        <p:spPr>
          <a:xfrm xmlns:a="http://schemas.openxmlformats.org/drawingml/2006/main">
            <a:off x="762000" y="484822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ONNX describe el modelo; ONNX Runtime lo ejecuta.</a:t>
            </a:r>
          </a:p>
        </p:txBody>
      </p:sp>
      <p:sp>
        <p:nvSpPr>
          <p:cNvPr id="14" name="">
            <a:extLst xmlns:a="http://schemas.openxmlformats.org/drawingml/2006/main">
              <a:ext uri="{FF2B5EF4-FFF2-40B4-BE49-F238E27FC236}">
                <a16:creationId xmlns:a16="http://schemas.microsoft.com/office/drawing/2014/main" id="{8F46FA40-24A3-45CD-B3CA-E1FB2252EC5D}"/>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1543067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8B409B-1D54-48CE-BD5A-493F363F91D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72C399-CEA9-4DD1-A673-1567913846A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9887E27D-4520-49B3-ACA1-C2B629CD003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5E02D21F-FFA2-42CA-A241-FB14AA9427D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0AE436-F2F3-47F3-ACE0-4C2D210EB7C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4E537C71-E19F-48E4-8298-521F7DF68FE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A6FE1553-DB90-4F24-9BEB-048ACDBAF2C1}"/>
              </a:ext>
            </a:extLst>
          </p:cNvPr>
          <p:cNvPicPr>
            <a:picLocks xmlns:a="http://schemas.openxmlformats.org/drawingml/2006/main" noChangeAspect="1"/>
          </p:cNvPicPr>
          <p:nvPr/>
        </p:nvPicPr>
        <p:blipFill>
          <a:blip xmlns:r="http://schemas.openxmlformats.org/officeDocument/2006/relationships" xmlns:a="http://schemas.openxmlformats.org/drawingml/2006/main" r:embed="Re29472cf1d3047a3"/>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406D27C-9BD8-4E44-B0CA-2447DB1A9F55}"/>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40B33D80-D9FD-4B5C-A079-47837C641C60}"/>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19262306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00814CD-2149-43B6-A7ED-B984F32D2F5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A69B03-F944-4198-9783-95198844B8B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D2A1ABF2-39A4-4CDE-8451-6B11A76BE3D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Controlador maestro RNEA + PD</a:t>
            </a:r>
          </a:p>
        </p:txBody>
      </p:sp>
      <p:sp>
        <p:nvSpPr>
          <p:cNvPr id="4" name="">
            <a:extLst xmlns:a="http://schemas.openxmlformats.org/drawingml/2006/main">
              <a:ext uri="{FF2B5EF4-FFF2-40B4-BE49-F238E27FC236}">
                <a16:creationId xmlns:a16="http://schemas.microsoft.com/office/drawing/2014/main" id="{D97BEEA6-8590-4653-BB55-866AA27E685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499B49-F7BC-4221-B930-84FF2668B65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A9338A33-1443-4A22-8383-9B36BC7B12AE}"/>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E406F6B5-20D7-4B88-B5F4-5CE746054FA2}"/>
              </a:ext>
            </a:extLst>
          </p:cNvPr>
          <p:cNvSpPr>
            <a:spLocks xmlns:a="http://schemas.openxmlformats.org/drawingml/2006/main" noGrp="1"/>
          </p:cNvSpPr>
          <p:nvPr/>
        </p:nvSpPr>
        <p:spPr>
          <a:xfrm xmlns:a="http://schemas.openxmlformats.org/drawingml/2006/main">
            <a:off x="762000" y="1971675"/>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263445"/>
                </a:solidFill>
                <a:latin typeface="Lato"/>
                <a:ea typeface="Lato"/>
                <a:cs typeface="Lato"/>
              </a:defRPr>
            </a:defPPr>
          </a:lstStyle>
          <a:p xmlns:a="http://schemas.openxmlformats.org/drawingml/2006/main">
            <a:pPr algn="ctr">
              <a:defRPr sz="2700" b="1">
                <a:solidFill>
                  <a:srgbClr val="263445"/>
                </a:solidFill>
                <a:latin typeface="Lato"/>
                <a:ea typeface="Lato"/>
                <a:cs typeface="Lato"/>
              </a:defRPr>
            </a:pPr>
            <a:r>
              <a:rPr sz="2700" b="1">
                <a:solidFill>
                  <a:srgbClr val="263445"/>
                </a:solidFill>
                <a:latin typeface="Lato"/>
                <a:ea typeface="Lato"/>
                <a:cs typeface="Lato"/>
              </a:rPr>
              <a:t>τmaestro = RNEA(q, q̇, q̈d) + Kp e + Kd ė</a:t>
            </a:r>
          </a:p>
        </p:txBody>
      </p:sp>
      <p:sp>
        <p:nvSpPr>
          <p:cNvPr id="8" name="">
            <a:extLst xmlns:a="http://schemas.openxmlformats.org/drawingml/2006/main">
              <a:ext uri="{FF2B5EF4-FFF2-40B4-BE49-F238E27FC236}">
                <a16:creationId xmlns:a16="http://schemas.microsoft.com/office/drawing/2014/main" id="{412375C6-DBDE-4808-9707-8FE7586893B5}"/>
              </a:ext>
            </a:extLst>
          </p:cNvPr>
          <p:cNvSpPr>
            <a:spLocks xmlns:a="http://schemas.openxmlformats.org/drawingml/2006/main" noGrp="1"/>
          </p:cNvSpPr>
          <p:nvPr/>
        </p:nvSpPr>
        <p:spPr>
          <a:xfrm xmlns:a="http://schemas.openxmlformats.org/drawingml/2006/main">
            <a:off x="762000" y="3248025"/>
            <a:ext cx="2524125"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5F9D67B0-EF19-4503-B5FD-529A028A0F7E}"/>
              </a:ext>
            </a:extLst>
          </p:cNvPr>
          <p:cNvSpPr>
            <a:spLocks xmlns:a="http://schemas.openxmlformats.org/drawingml/2006/main" noGrp="1"/>
          </p:cNvSpPr>
          <p:nvPr/>
        </p:nvSpPr>
        <p:spPr>
          <a:xfrm xmlns:a="http://schemas.openxmlformats.org/drawingml/2006/main">
            <a:off x="762000" y="3248025"/>
            <a:ext cx="47625" cy="12763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7B9FA0-84CE-4540-9E72-9BAD8DEDA0F1}"/>
              </a:ext>
            </a:extLst>
          </p:cNvPr>
          <p:cNvSpPr>
            <a:spLocks xmlns:a="http://schemas.openxmlformats.org/drawingml/2006/main" noGrp="1"/>
          </p:cNvSpPr>
          <p:nvPr/>
        </p:nvSpPr>
        <p:spPr>
          <a:xfrm xmlns:a="http://schemas.openxmlformats.org/drawingml/2006/main">
            <a:off x="904875" y="3390900"/>
            <a:ext cx="2257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Error de posición</a:t>
            </a:r>
          </a:p>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y velocidad</a:t>
            </a:r>
          </a:p>
        </p:txBody>
      </p:sp>
      <p:sp>
        <p:nvSpPr>
          <p:cNvPr id="11" name="">
            <a:extLst xmlns:a="http://schemas.openxmlformats.org/drawingml/2006/main">
              <a:ext uri="{FF2B5EF4-FFF2-40B4-BE49-F238E27FC236}">
                <a16:creationId xmlns:a16="http://schemas.microsoft.com/office/drawing/2014/main" id="{CD3184F9-B6D7-4A01-B897-D772956D017B}"/>
              </a:ext>
            </a:extLst>
          </p:cNvPr>
          <p:cNvSpPr>
            <a:spLocks xmlns:a="http://schemas.openxmlformats.org/drawingml/2006/main" noGrp="1"/>
          </p:cNvSpPr>
          <p:nvPr/>
        </p:nvSpPr>
        <p:spPr>
          <a:xfrm xmlns:a="http://schemas.openxmlformats.org/drawingml/2006/main">
            <a:off x="3476625" y="3752850"/>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E514CFB-99B4-44F7-B339-50ACD5AFAA6E}"/>
              </a:ext>
            </a:extLst>
          </p:cNvPr>
          <p:cNvSpPr>
            <a:spLocks xmlns:a="http://schemas.openxmlformats.org/drawingml/2006/main" noGrp="1"/>
          </p:cNvSpPr>
          <p:nvPr/>
        </p:nvSpPr>
        <p:spPr>
          <a:xfrm xmlns:a="http://schemas.openxmlformats.org/drawingml/2006/main">
            <a:off x="4048125" y="3248025"/>
            <a:ext cx="2524125"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415895CA-7A51-4700-8D59-593148EA1560}"/>
              </a:ext>
            </a:extLst>
          </p:cNvPr>
          <p:cNvSpPr>
            <a:spLocks xmlns:a="http://schemas.openxmlformats.org/drawingml/2006/main" noGrp="1"/>
          </p:cNvSpPr>
          <p:nvPr/>
        </p:nvSpPr>
        <p:spPr>
          <a:xfrm xmlns:a="http://schemas.openxmlformats.org/drawingml/2006/main">
            <a:off x="4048125" y="3248025"/>
            <a:ext cx="47625" cy="12763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34BBA9-1093-4D7E-9D77-06BB8B515F1B}"/>
              </a:ext>
            </a:extLst>
          </p:cNvPr>
          <p:cNvSpPr>
            <a:spLocks xmlns:a="http://schemas.openxmlformats.org/drawingml/2006/main" noGrp="1"/>
          </p:cNvSpPr>
          <p:nvPr/>
        </p:nvSpPr>
        <p:spPr>
          <a:xfrm xmlns:a="http://schemas.openxmlformats.org/drawingml/2006/main">
            <a:off x="4191000" y="3390900"/>
            <a:ext cx="2257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PD en torque</a:t>
            </a:r>
          </a:p>
        </p:txBody>
      </p:sp>
      <p:sp>
        <p:nvSpPr>
          <p:cNvPr id="15" name="">
            <a:extLst xmlns:a="http://schemas.openxmlformats.org/drawingml/2006/main">
              <a:ext uri="{FF2B5EF4-FFF2-40B4-BE49-F238E27FC236}">
                <a16:creationId xmlns:a16="http://schemas.microsoft.com/office/drawing/2014/main" id="{B2805573-FD9D-4BCC-B567-E602BC184890}"/>
              </a:ext>
            </a:extLst>
          </p:cNvPr>
          <p:cNvSpPr>
            <a:spLocks xmlns:a="http://schemas.openxmlformats.org/drawingml/2006/main" noGrp="1"/>
          </p:cNvSpPr>
          <p:nvPr/>
        </p:nvSpPr>
        <p:spPr>
          <a:xfrm xmlns:a="http://schemas.openxmlformats.org/drawingml/2006/main">
            <a:off x="6762750" y="3752850"/>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718B61A-46AA-4CC1-AC38-F65263A734A8}"/>
              </a:ext>
            </a:extLst>
          </p:cNvPr>
          <p:cNvSpPr>
            <a:spLocks xmlns:a="http://schemas.openxmlformats.org/drawingml/2006/main" noGrp="1"/>
          </p:cNvSpPr>
          <p:nvPr/>
        </p:nvSpPr>
        <p:spPr>
          <a:xfrm xmlns:a="http://schemas.openxmlformats.org/drawingml/2006/main">
            <a:off x="7334250" y="3248025"/>
            <a:ext cx="3905250"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69ABB7E2-28EF-4901-94CB-BADC0A292086}"/>
              </a:ext>
            </a:extLst>
          </p:cNvPr>
          <p:cNvSpPr>
            <a:spLocks xmlns:a="http://schemas.openxmlformats.org/drawingml/2006/main" noGrp="1"/>
          </p:cNvSpPr>
          <p:nvPr/>
        </p:nvSpPr>
        <p:spPr>
          <a:xfrm xmlns:a="http://schemas.openxmlformats.org/drawingml/2006/main">
            <a:off x="7334250" y="3248025"/>
            <a:ext cx="47625" cy="12763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DF04F99-C5BB-4339-9498-371D54727F70}"/>
              </a:ext>
            </a:extLst>
          </p:cNvPr>
          <p:cNvSpPr>
            <a:spLocks xmlns:a="http://schemas.openxmlformats.org/drawingml/2006/main" noGrp="1"/>
          </p:cNvSpPr>
          <p:nvPr/>
        </p:nvSpPr>
        <p:spPr>
          <a:xfrm xmlns:a="http://schemas.openxmlformats.org/drawingml/2006/main">
            <a:off x="7477125" y="339090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Suma con RNEA</a:t>
            </a:r>
          </a:p>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Torque total</a:t>
            </a:r>
          </a:p>
        </p:txBody>
      </p:sp>
      <p:sp>
        <p:nvSpPr>
          <p:cNvPr id="19" name="">
            <a:extLst xmlns:a="http://schemas.openxmlformats.org/drawingml/2006/main">
              <a:ext uri="{FF2B5EF4-FFF2-40B4-BE49-F238E27FC236}">
                <a16:creationId xmlns:a16="http://schemas.microsoft.com/office/drawing/2014/main" id="{FC510519-226F-494F-87B1-6BF76A2DE559}"/>
              </a:ext>
            </a:extLst>
          </p:cNvPr>
          <p:cNvSpPr>
            <a:spLocks xmlns:a="http://schemas.openxmlformats.org/drawingml/2006/main" noGrp="1"/>
          </p:cNvSpPr>
          <p:nvPr/>
        </p:nvSpPr>
        <p:spPr>
          <a:xfrm xmlns:a="http://schemas.openxmlformats.org/drawingml/2006/main">
            <a:off x="762000" y="496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La dinámica inversa usa la aceleración deseada q̈d.</a:t>
            </a:r>
          </a:p>
        </p:txBody>
      </p:sp>
      <p:sp>
        <p:nvSpPr>
          <p:cNvPr id="20" name="">
            <a:extLst xmlns:a="http://schemas.openxmlformats.org/drawingml/2006/main">
              <a:ext uri="{FF2B5EF4-FFF2-40B4-BE49-F238E27FC236}">
                <a16:creationId xmlns:a16="http://schemas.microsoft.com/office/drawing/2014/main" id="{EFCF765D-9C8B-4E40-92FD-4E55ECAF535C}"/>
              </a:ext>
            </a:extLst>
          </p:cNvPr>
          <p:cNvSpPr>
            <a:spLocks xmlns:a="http://schemas.openxmlformats.org/drawingml/2006/main" noGrp="1"/>
          </p:cNvSpPr>
          <p:nvPr/>
        </p:nvSpPr>
        <p:spPr>
          <a:xfrm xmlns:a="http://schemas.openxmlformats.org/drawingml/2006/main">
            <a:off x="762000" y="562927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del maestro se utiliza como objetivo de entrenamiento.</a:t>
            </a:r>
          </a:p>
        </p:txBody>
      </p:sp>
    </p:spTree>
    <p:extLst>
      <p:ext uri="{BB962C8B-B14F-4D97-AF65-F5344CB8AC3E}">
        <p14:creationId xmlns:p14="http://schemas.microsoft.com/office/powerpoint/2010/main" val="7054588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A5066E-027E-4635-9E72-9CD419AF2D4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8EBEC7-35BE-4541-8B97-CAF9DC9E049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D80390FD-C6FD-4F96-8AF8-F7A29DEC82F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BFF58CBC-C378-4A1B-80B1-C7C1B2FC023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61EAA3-8D17-4408-A5A2-13F8ACB8F0F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FC61FC2A-EBBC-49AB-BF83-A58EB451051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890FFBE7-09ED-4B19-AAF0-C0D99596D438}"/>
              </a:ext>
            </a:extLst>
          </p:cNvPr>
          <p:cNvPicPr>
            <a:picLocks xmlns:a="http://schemas.openxmlformats.org/drawingml/2006/main" noChangeAspect="1"/>
          </p:cNvPicPr>
          <p:nvPr/>
        </p:nvPicPr>
        <p:blipFill>
          <a:blip xmlns:r="http://schemas.openxmlformats.org/officeDocument/2006/relationships" xmlns:a="http://schemas.openxmlformats.org/drawingml/2006/main" r:embed="Re3039b8148f84a91"/>
          <a:srcRect xmlns:a="http://schemas.openxmlformats.org/drawingml/2006/main" l="0" t="0" r="0" b="57000"/>
          <a:stretch xmlns:a="http://schemas.openxmlformats.org/drawingml/2006/main"/>
        </p:blipFill>
        <p:spPr>
          <a:xfrm xmlns:a="http://schemas.openxmlformats.org/drawingml/2006/main">
            <a:off x="666750" y="1895475"/>
            <a:ext cx="10858500" cy="3667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DBD8F5B-B1E1-4144-B3C5-ED259B7D0390}"/>
              </a:ext>
            </a:extLst>
          </p:cNvPr>
          <p:cNvSpPr>
            <a:spLocks xmlns:a="http://schemas.openxmlformats.org/drawingml/2006/main" noGrp="1"/>
          </p:cNvSpPr>
          <p:nvPr/>
        </p:nvSpPr>
        <p:spPr>
          <a:xfrm xmlns:a="http://schemas.openxmlformats.org/drawingml/2006/main">
            <a:off x="857250" y="55435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0F766E"/>
                </a:solidFill>
                <a:latin typeface="Lato"/>
                <a:ea typeface="Lato"/>
                <a:cs typeface="Lato"/>
              </a:defRPr>
            </a:defPPr>
          </a:lstStyle>
          <a:p xmlns:a="http://schemas.openxmlformats.org/drawingml/2006/main">
            <a:pPr algn="ctr">
              <a:defRPr sz="2700" b="1">
                <a:solidFill>
                  <a:srgbClr val="0F766E"/>
                </a:solidFill>
                <a:latin typeface="Lato"/>
                <a:ea typeface="Lato"/>
                <a:cs typeface="Lato"/>
              </a:defRPr>
            </a:pPr>
            <a:r>
              <a:rPr sz="2700" b="1">
                <a:solidFill>
                  <a:srgbClr val="0F766E"/>
                </a:solidFill>
                <a:latin typeface="Lato"/>
                <a:ea typeface="Lato"/>
                <a:cs typeface="Lato"/>
              </a:rPr>
              <a:t>42 → 256 → 512 → 256 → 128 → 6</a:t>
            </a:r>
          </a:p>
        </p:txBody>
      </p:sp>
    </p:spTree>
    <p:extLst>
      <p:ext uri="{BB962C8B-B14F-4D97-AF65-F5344CB8AC3E}">
        <p14:creationId xmlns:p14="http://schemas.microsoft.com/office/powerpoint/2010/main" val="11248586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C73FD53-B746-4E13-8F8A-3EC63BD283F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CF3C1D-CD7D-4655-8162-7FB0CAA23A0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26779515-6D5D-4D4E-8DED-2B7ECADED66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Arquitectura del predictor de torque total</a:t>
            </a:r>
          </a:p>
        </p:txBody>
      </p:sp>
      <p:sp>
        <p:nvSpPr>
          <p:cNvPr id="4" name="">
            <a:extLst xmlns:a="http://schemas.openxmlformats.org/drawingml/2006/main">
              <a:ext uri="{FF2B5EF4-FFF2-40B4-BE49-F238E27FC236}">
                <a16:creationId xmlns:a16="http://schemas.microsoft.com/office/drawing/2014/main" id="{1AD8CA02-FB43-432B-B321-55618802C1D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B9B115-67C3-437E-A952-5FDA08D2535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66D41FA9-B6FC-4E26-ADDF-F0C449661DEE}"/>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BAAAEFAA-82E3-41C4-AC4B-A2AC3B3373E9}"/>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B3DDE0C9-1E05-4C14-9D2F-8882CC247201}"/>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09912F-0C24-47BC-BF02-2538216627EC}"/>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AE9E1E65-26B7-4C6F-A25A-3F0C38050C56}"/>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421CA7-9469-437A-AB40-593EF0FA74C8}"/>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758431-E46F-429F-BAD2-38D1DD5F80FB}"/>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7427E090-F858-4D63-95D9-45017552560C}"/>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6D9431-EE1B-4C4E-88F3-F128B2F07E5C}"/>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FD38CA3A-6938-4124-B5ED-E30F4D23BB2F}"/>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9A9FDC3-4FAF-4ED1-939A-DA18FDF6C577}"/>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BD80C331-200C-4577-AE0E-F76810D71736}"/>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06F0180-4E26-414A-B1D5-D8CED9247B60}"/>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21980CF0-10DB-4940-9E99-98D6313E4623}"/>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8212A57-60EF-46B8-9697-E4CACD71AB96}"/>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B47CA078-75A2-4409-BE91-E506ADED5959}"/>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1E72B64-A0F4-4858-9E10-46CB8EE483D4}"/>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Escala de salida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F796EDEF-C79F-4049-A048-986288579232}"/>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959A197-189B-4B87-B752-22091667B6FA}"/>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5A0E9953-D401-4ADB-AFDC-0F046328D0A0}"/>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F7CBC58-113F-4894-9EF6-AE2093E9A961}"/>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9396C8BC-F7E9-4178-83AC-7103CBC9D58D}"/>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60FA2BD-3E03-4F91-9F3D-B699229F91B7}"/>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40DEB5AA-9BB9-40BB-82D5-FC713B7A3782}"/>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79F05D3-9ED9-4676-84A6-85724E1A975F}"/>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98CA34E9-D5CB-42E0-852A-15C4FDBE2F27}"/>
              </a:ext>
            </a:extLst>
          </p:cNvPr>
          <p:cNvSpPr>
            <a:spLocks xmlns:a="http://schemas.openxmlformats.org/drawingml/2006/main" noGrp="1"/>
          </p:cNvSpPr>
          <p:nvPr/>
        </p:nvSpPr>
        <p:spPr>
          <a:xfrm xmlns:a="http://schemas.openxmlformats.org/drawingml/2006/main">
            <a:off x="666750" y="4838700"/>
            <a:ext cx="10858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Referencias y estado articular → entradas de la red</a:t>
            </a:r>
          </a:p>
        </p:txBody>
      </p:sp>
      <p:sp>
        <p:nvSpPr>
          <p:cNvPr id="32" name="">
            <a:extLst xmlns:a="http://schemas.openxmlformats.org/drawingml/2006/main">
              <a:ext uri="{FF2B5EF4-FFF2-40B4-BE49-F238E27FC236}">
                <a16:creationId xmlns:a16="http://schemas.microsoft.com/office/drawing/2014/main" id="{25D31319-BCEF-4FAB-AFAE-DA08A7A10880}"/>
              </a:ext>
            </a:extLst>
          </p:cNvPr>
          <p:cNvSpPr>
            <a:spLocks xmlns:a="http://schemas.openxmlformats.org/drawingml/2006/main" noGrp="1"/>
          </p:cNvSpPr>
          <p:nvPr/>
        </p:nvSpPr>
        <p:spPr>
          <a:xfrm xmlns:a="http://schemas.openxmlformats.org/drawingml/2006/main">
            <a:off x="666750" y="5429250"/>
            <a:ext cx="1085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Control nominal: 500 Hz    ·    Referencias/datos: 100 Hz</a:t>
            </a:r>
          </a:p>
        </p:txBody>
      </p:sp>
      <p:sp>
        <p:nvSpPr>
          <p:cNvPr id="33" name="">
            <a:extLst xmlns:a="http://schemas.openxmlformats.org/drawingml/2006/main">
              <a:ext uri="{FF2B5EF4-FFF2-40B4-BE49-F238E27FC236}">
                <a16:creationId xmlns:a16="http://schemas.microsoft.com/office/drawing/2014/main" id="{064F9678-E2B4-424C-B6DF-95B374540B30}"/>
              </a:ext>
            </a:extLst>
          </p:cNvPr>
          <p:cNvSpPr>
            <a:spLocks xmlns:a="http://schemas.openxmlformats.org/drawingml/2006/main" noGrp="1"/>
          </p:cNvSpPr>
          <p:nvPr/>
        </p:nvSpPr>
        <p:spPr>
          <a:xfrm xmlns:a="http://schemas.openxmlformats.org/drawingml/2006/main">
            <a:off x="666750" y="59436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6386733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091B2AE-1CC3-4E2B-89BB-E697420178D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99B8D2-3A97-4050-8B5E-A3372A57EC4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238E817F-9AB8-4308-93EF-86D8FC67AC4D}"/>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5B407C68-6A5C-4494-824C-BB5C26BC980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12D398-16AE-4DCE-94D7-F54571EA886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EC9F247B-3C72-4A4C-9476-92C78C2115D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AFB563B2-E6E2-498C-AB44-251EAD816E71}"/>
              </a:ext>
            </a:extLst>
          </p:cNvPr>
          <p:cNvSpPr>
            <a:spLocks xmlns:a="http://schemas.openxmlformats.org/drawingml/2006/main" noGrp="1"/>
          </p:cNvSpPr>
          <p:nvPr/>
        </p:nvSpPr>
        <p:spPr>
          <a:xfrm xmlns:a="http://schemas.openxmlformats.org/drawingml/2006/main">
            <a:off x="762000" y="19812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0F766E"/>
                </a:solidFill>
                <a:latin typeface="Lato"/>
                <a:ea typeface="Lato"/>
                <a:cs typeface="Lato"/>
              </a:defRPr>
            </a:defPPr>
          </a:lstStyle>
          <a:p xmlns:a="http://schemas.openxmlformats.org/drawingml/2006/main">
            <a:pPr algn="l">
              <a:defRPr sz="2550" b="1">
                <a:solidFill>
                  <a:srgbClr val="0F766E"/>
                </a:solidFill>
                <a:latin typeface="Lato"/>
                <a:ea typeface="Lato"/>
                <a:cs typeface="Lato"/>
              </a:defRPr>
            </a:pPr>
            <a:r>
              <a:rPr sz="2550" b="1">
                <a:solidFill>
                  <a:srgbClr val="0F766E"/>
                </a:solidFill>
                <a:latin typeface="Lato"/>
                <a:ea typeface="Lato"/>
                <a:cs typeface="Lato"/>
              </a:rPr>
              <a:t>42 entradas + 6 objetivos de torque</a:t>
            </a:r>
          </a:p>
        </p:txBody>
      </p:sp>
      <p:sp>
        <p:nvSpPr>
          <p:cNvPr id="8" name="">
            <a:extLst xmlns:a="http://schemas.openxmlformats.org/drawingml/2006/main">
              <a:ext uri="{FF2B5EF4-FFF2-40B4-BE49-F238E27FC236}">
                <a16:creationId xmlns:a16="http://schemas.microsoft.com/office/drawing/2014/main" id="{3A43289E-4991-49E7-818D-EC87377179CF}"/>
              </a:ext>
            </a:extLst>
          </p:cNvPr>
          <p:cNvSpPr>
            <a:spLocks xmlns:a="http://schemas.openxmlformats.org/drawingml/2006/main" noGrp="1"/>
          </p:cNvSpPr>
          <p:nvPr/>
        </p:nvSpPr>
        <p:spPr>
          <a:xfrm xmlns:a="http://schemas.openxmlformats.org/drawingml/2006/main">
            <a:off x="762000" y="2895600"/>
            <a:ext cx="48577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65109C9B-11DC-47EE-B2CB-0CBB93770F2A}"/>
              </a:ext>
            </a:extLst>
          </p:cNvPr>
          <p:cNvSpPr>
            <a:spLocks xmlns:a="http://schemas.openxmlformats.org/drawingml/2006/main" noGrp="1"/>
          </p:cNvSpPr>
          <p:nvPr/>
        </p:nvSpPr>
        <p:spPr>
          <a:xfrm xmlns:a="http://schemas.openxmlformats.org/drawingml/2006/main">
            <a:off x="762000" y="2895600"/>
            <a:ext cx="47625" cy="12668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7975FF-8015-40B6-BA57-20D092FFED4A}"/>
              </a:ext>
            </a:extLst>
          </p:cNvPr>
          <p:cNvSpPr>
            <a:spLocks xmlns:a="http://schemas.openxmlformats.org/drawingml/2006/main" noGrp="1"/>
          </p:cNvSpPr>
          <p:nvPr/>
        </p:nvSpPr>
        <p:spPr>
          <a:xfrm xmlns:a="http://schemas.openxmlformats.org/drawingml/2006/main">
            <a:off x="904875" y="3038475"/>
            <a:ext cx="45910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Entrenamiento</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filtrada</a:t>
            </a:r>
          </a:p>
        </p:txBody>
      </p:sp>
      <p:sp>
        <p:nvSpPr>
          <p:cNvPr id="11" name="">
            <a:extLst xmlns:a="http://schemas.openxmlformats.org/drawingml/2006/main">
              <a:ext uri="{FF2B5EF4-FFF2-40B4-BE49-F238E27FC236}">
                <a16:creationId xmlns:a16="http://schemas.microsoft.com/office/drawing/2014/main" id="{DA176E7D-5E2B-4F96-917B-F52C1A20AA9E}"/>
              </a:ext>
            </a:extLst>
          </p:cNvPr>
          <p:cNvSpPr>
            <a:spLocks xmlns:a="http://schemas.openxmlformats.org/drawingml/2006/main" noGrp="1"/>
          </p:cNvSpPr>
          <p:nvPr/>
        </p:nvSpPr>
        <p:spPr>
          <a:xfrm xmlns:a="http://schemas.openxmlformats.org/drawingml/2006/main">
            <a:off x="6286500" y="2895600"/>
            <a:ext cx="50482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045910CA-1C0E-4033-BD81-9CD44FBAFB11}"/>
              </a:ext>
            </a:extLst>
          </p:cNvPr>
          <p:cNvSpPr>
            <a:spLocks xmlns:a="http://schemas.openxmlformats.org/drawingml/2006/main" noGrp="1"/>
          </p:cNvSpPr>
          <p:nvPr/>
        </p:nvSpPr>
        <p:spPr>
          <a:xfrm xmlns:a="http://schemas.openxmlformats.org/drawingml/2006/main">
            <a:off x="6286500" y="2895600"/>
            <a:ext cx="47625" cy="12668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5BB7B3-1F39-4141-BC3C-2A0A27D0211D}"/>
              </a:ext>
            </a:extLst>
          </p:cNvPr>
          <p:cNvSpPr>
            <a:spLocks xmlns:a="http://schemas.openxmlformats.org/drawingml/2006/main" noGrp="1"/>
          </p:cNvSpPr>
          <p:nvPr/>
        </p:nvSpPr>
        <p:spPr>
          <a:xfrm xmlns:a="http://schemas.openxmlformats.org/drawingml/2006/main">
            <a:off x="6429375" y="3038475"/>
            <a:ext cx="47815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Despliegue</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fijada a cero</a:t>
            </a:r>
          </a:p>
        </p:txBody>
      </p:sp>
      <p:sp>
        <p:nvSpPr>
          <p:cNvPr id="14" name="">
            <a:extLst xmlns:a="http://schemas.openxmlformats.org/drawingml/2006/main">
              <a:ext uri="{FF2B5EF4-FFF2-40B4-BE49-F238E27FC236}">
                <a16:creationId xmlns:a16="http://schemas.microsoft.com/office/drawing/2014/main" id="{3DD0E24F-F6BE-4EFC-9C29-4379F5FBD0A7}"/>
              </a:ext>
            </a:extLst>
          </p:cNvPr>
          <p:cNvSpPr>
            <a:spLocks xmlns:a="http://schemas.openxmlformats.org/drawingml/2006/main" noGrp="1"/>
          </p:cNvSpPr>
          <p:nvPr/>
        </p:nvSpPr>
        <p:spPr>
          <a:xfrm xmlns:a="http://schemas.openxmlformats.org/drawingml/2006/main">
            <a:off x="762000" y="468630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Esta diferencia entre entradas se reconoce como una limitación.</a:t>
            </a:r>
          </a:p>
        </p:txBody>
      </p:sp>
      <p:sp>
        <p:nvSpPr>
          <p:cNvPr id="15" name="">
            <a:extLst xmlns:a="http://schemas.openxmlformats.org/drawingml/2006/main">
              <a:ext uri="{FF2B5EF4-FFF2-40B4-BE49-F238E27FC236}">
                <a16:creationId xmlns:a16="http://schemas.microsoft.com/office/drawing/2014/main" id="{6847D374-6927-4AA0-85DA-3F4D7EEA5CFE}"/>
              </a:ext>
            </a:extLst>
          </p:cNvPr>
          <p:cNvSpPr>
            <a:spLocks xmlns:a="http://schemas.openxmlformats.org/drawingml/2006/main" noGrp="1"/>
          </p:cNvSpPr>
          <p:nvPr/>
        </p:nvSpPr>
        <p:spPr>
          <a:xfrm xmlns:a="http://schemas.openxmlformats.org/drawingml/2006/main">
            <a:off x="762000" y="56007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526173"/>
                </a:solidFill>
                <a:latin typeface="Lato"/>
                <a:ea typeface="Lato"/>
                <a:cs typeface="Lato"/>
              </a:defRPr>
            </a:defPPr>
          </a:lstStyle>
          <a:p xmlns:a="http://schemas.openxmlformats.org/drawingml/2006/main">
            <a:pPr algn="l">
              <a:defRPr sz="2100" b="0">
                <a:solidFill>
                  <a:srgbClr val="526173"/>
                </a:solidFill>
                <a:latin typeface="Lato"/>
                <a:ea typeface="Lato"/>
                <a:cs typeface="Lato"/>
              </a:defRPr>
            </a:pPr>
            <a:r>
              <a:rPr sz="2100" b="0">
                <a:solidFill>
                  <a:srgbClr val="526173"/>
                </a:solidFill>
                <a:latin typeface="Lato"/>
                <a:ea typeface="Lato"/>
                <a:cs typeface="Lato"/>
              </a:rPr>
              <a:t>Su efecto en el seguimiento requiere ensayos controlados.</a:t>
            </a:r>
          </a:p>
        </p:txBody>
      </p:sp>
    </p:spTree>
    <p:extLst>
      <p:ext uri="{BB962C8B-B14F-4D97-AF65-F5344CB8AC3E}">
        <p14:creationId xmlns:p14="http://schemas.microsoft.com/office/powerpoint/2010/main" val="9949114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A3C3F6-1415-4C50-A6F5-334E0329CF1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358E5C-15DC-459E-93EC-6AD6041ED12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52B5CEF3-D8BB-483B-A611-DBF4D3393A6D}"/>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EECE9CFD-EC02-4F99-82E0-F7A441EFD2B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B1930E-1919-4C2D-9E76-494BC89B61B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3DEB9510-2235-4910-9BC3-A23091C289A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CA98B1E6-4DC7-4D31-9C99-5CF6647BA23A}"/>
              </a:ext>
            </a:extLst>
          </p:cNvPr>
          <p:cNvPicPr>
            <a:picLocks xmlns:a="http://schemas.openxmlformats.org/drawingml/2006/main" noChangeAspect="1"/>
          </p:cNvPicPr>
          <p:nvPr/>
        </p:nvPicPr>
        <p:blipFill>
          <a:blip xmlns:r="http://schemas.openxmlformats.org/officeDocument/2006/relationships" xmlns:a="http://schemas.openxmlformats.org/drawingml/2006/main" r:embed="R02bf7a69b0364217"/>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84F1EE6-0153-4EFF-8F93-64B72E1F6F95}"/>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Pesos: cuantización fuera de línea</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Activaciones: parámetros calculados durante la inferencia</a:t>
            </a:r>
          </a:p>
        </p:txBody>
      </p:sp>
    </p:spTree>
    <p:extLst>
      <p:ext uri="{BB962C8B-B14F-4D97-AF65-F5344CB8AC3E}">
        <p14:creationId xmlns:p14="http://schemas.microsoft.com/office/powerpoint/2010/main" val="15671704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90DFA3-4A7F-4B61-BBAE-016A7D665FD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570A46-D0C3-41CF-846F-58FDB568EE3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F6435D6E-2ADD-46B7-B171-6BB3E81FFE1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002DBEF9-59A3-4A33-AB93-31EC5F669FD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902005-CD4B-4048-A986-5CB0743747E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1DB12945-146D-4F7A-8297-C18526B6021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E477D02D-27DF-4B65-972B-88F440155795}"/>
              </a:ext>
            </a:extLst>
          </p:cNvPr>
          <p:cNvPicPr>
            <a:picLocks xmlns:a="http://schemas.openxmlformats.org/drawingml/2006/main" noChangeAspect="1"/>
          </p:cNvPicPr>
          <p:nvPr/>
        </p:nvPicPr>
        <p:blipFill>
          <a:blip xmlns:r="http://schemas.openxmlformats.org/officeDocument/2006/relationships" xmlns:a="http://schemas.openxmlformats.org/drawingml/2006/main" r:embed="R5a7bea57e82c4ac6"/>
          <a:stretch xmlns:a="http://schemas.openxmlformats.org/drawingml/2006/main"/>
        </p:blipFill>
        <p:spPr>
          <a:xfrm xmlns:a="http://schemas.openxmlformats.org/drawingml/2006/main">
            <a:off x="6572250" y="1850529"/>
            <a:ext cx="4905375" cy="398561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AE68AA5-4AE8-4B12-907B-6E39A5537572}"/>
              </a:ext>
            </a:extLst>
          </p:cNvPr>
          <p:cNvSpPr>
            <a:spLocks xmlns:a="http://schemas.openxmlformats.org/drawingml/2006/main" noGrp="1"/>
          </p:cNvSpPr>
          <p:nvPr/>
        </p:nvSpPr>
        <p:spPr>
          <a:xfrm xmlns:a="http://schemas.openxmlformats.org/drawingml/2006/main">
            <a:off x="714375" y="2085975"/>
            <a:ext cx="5476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Tres configuraciones</a:t>
            </a:r>
          </a:p>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Analítico · FP32 · INT8</a:t>
            </a:r>
          </a:p>
        </p:txBody>
      </p:sp>
      <p:sp>
        <p:nvSpPr>
          <p:cNvPr id="9" name="">
            <a:extLst xmlns:a="http://schemas.openxmlformats.org/drawingml/2006/main">
              <a:ext uri="{FF2B5EF4-FFF2-40B4-BE49-F238E27FC236}">
                <a16:creationId xmlns:a16="http://schemas.microsoft.com/office/drawing/2014/main" id="{B9628C60-DDCD-4042-AAB0-BC034D6FA318}"/>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CB97C14A-C67B-44F8-A9BB-28A65B8FD93C}"/>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Tree>
    <p:extLst>
      <p:ext uri="{BB962C8B-B14F-4D97-AF65-F5344CB8AC3E}">
        <p14:creationId xmlns:p14="http://schemas.microsoft.com/office/powerpoint/2010/main" val="214651304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C72D23-3995-4428-A138-5D92E9CF166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C3CBA9-94B3-435C-9B27-710F5CD7D12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260AC8DF-12D3-42D1-88F5-092E20FF562D}"/>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04FC0A8B-7A8B-47FF-A1EC-FC37A8E7526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48FAA4-BC90-4FA8-9037-A7FAFCAB146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E73D460E-BD84-4C1D-A944-8794CDDC974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37386E0B-6FB1-48B5-BCA3-1935B88313F5}"/>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1dad1edcc67b4aee"/>
          </a:graphicData>
        </a:graphic>
      </p:graphicFrame>
      <p:sp>
        <p:nvSpPr>
          <p:cNvPr id="8" name="">
            <a:extLst xmlns:a="http://schemas.openxmlformats.org/drawingml/2006/main">
              <a:ext uri="{FF2B5EF4-FFF2-40B4-BE49-F238E27FC236}">
                <a16:creationId xmlns:a16="http://schemas.microsoft.com/office/drawing/2014/main" id="{F0164C94-2E79-4DC0-9370-4F295CB261E4}"/>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9C72B9E4-3C90-4707-97B9-AB8C43D6227A}"/>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23DDF1EF-E952-465E-85D3-ECBF4C242C62}"/>
              </a:ext>
            </a:extLst>
          </p:cNvPr>
          <p:cNvSpPr>
            <a:spLocks xmlns:a="http://schemas.openxmlformats.org/drawingml/2006/main" noGrp="1"/>
          </p:cNvSpPr>
          <p:nvPr/>
        </p:nvSpPr>
        <p:spPr>
          <a:xfrm xmlns:a="http://schemas.openxmlformats.org/drawingml/2006/main">
            <a:off x="8382000" y="47910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equivale a memoria total</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de ejecución ni a energía.</a:t>
            </a:r>
          </a:p>
        </p:txBody>
      </p:sp>
    </p:spTree>
    <p:extLst>
      <p:ext uri="{BB962C8B-B14F-4D97-AF65-F5344CB8AC3E}">
        <p14:creationId xmlns:p14="http://schemas.microsoft.com/office/powerpoint/2010/main" val="666989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044B26-5781-432E-9C40-18E799CE5E8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0558E6-0FCA-48C3-8121-F625F0C86D6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7DB63FB9-8F4A-4AA9-AD8F-9F8C7F23544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de inferencia</a:t>
            </a:r>
          </a:p>
        </p:txBody>
      </p:sp>
      <p:sp>
        <p:nvSpPr>
          <p:cNvPr id="4" name="">
            <a:extLst xmlns:a="http://schemas.openxmlformats.org/drawingml/2006/main">
              <a:ext uri="{FF2B5EF4-FFF2-40B4-BE49-F238E27FC236}">
                <a16:creationId xmlns:a16="http://schemas.microsoft.com/office/drawing/2014/main" id="{E42BE464-6745-4FCE-9299-4AA1862F2F5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BA77CF-8929-49EB-9B2D-458084271FA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986F585C-051B-494B-8590-6F01A01AE07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6C9BBA2A-5B7D-4C0B-A521-54EE3621AA18}"/>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8f26cbe9b15247e6"/>
          </a:graphicData>
        </a:graphic>
      </p:graphicFrame>
      <p:sp>
        <p:nvSpPr>
          <p:cNvPr id="8" name="">
            <a:extLst xmlns:a="http://schemas.openxmlformats.org/drawingml/2006/main">
              <a:ext uri="{FF2B5EF4-FFF2-40B4-BE49-F238E27FC236}">
                <a16:creationId xmlns:a16="http://schemas.microsoft.com/office/drawing/2014/main" id="{32ED0CB7-0CE8-4FB9-BFFD-37B4D4704D83}"/>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54DE04E8-DB40-4CA3-B3A0-C0DAC39F1E15}"/>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13B16D23-707C-4550-8420-D5EF0E3F1971}"/>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85271132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97CAA6-4C73-4CA3-AD65-319FA3FD3C2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E69E81-A3E2-43EE-B4AE-EDC42ED8313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32C7381F-DF7F-4824-82AA-8FF772E6CAE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C06E1D10-E203-4E24-B5F7-408E6D305C0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D2EA83-2E6A-4ADB-8B7F-DE0D34A94C1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5EC59647-3AAE-4648-B80D-5D8205E4AC2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C1201A87-8790-4358-9A49-715C38E2C501}"/>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a762cfeec0074dee"/>
          </a:graphicData>
        </a:graphic>
      </p:graphicFrame>
      <p:sp>
        <p:nvSpPr>
          <p:cNvPr id="8" name="">
            <a:extLst xmlns:a="http://schemas.openxmlformats.org/drawingml/2006/main">
              <a:ext uri="{FF2B5EF4-FFF2-40B4-BE49-F238E27FC236}">
                <a16:creationId xmlns:a16="http://schemas.microsoft.com/office/drawing/2014/main" id="{F0992D38-DD18-4502-8D75-F97CCF4E6FCE}"/>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DBA624CE-AC96-46BB-B257-B0874F36DC8A}"/>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44B75F33-B81D-49E2-B36E-D599ADAF9620}"/>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6357BDEB-3741-4AA5-B27B-0097FF9679AB}"/>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20516752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99F14D-8034-4166-8687-7EB4BBFEE26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D9979D-6474-4FFD-A1A4-2B73EAC67BB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A89D400A-C03B-4B9C-9B8E-730E1E9E8D9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520E8E2E-5616-463F-AF9B-0A76832005E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68FA3C-2838-4A48-A98D-86518413C26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4AE0288D-CA4E-4D77-A326-E6E64286B1C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7EC75D58-9293-486E-944F-85829D6050A7}"/>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71FEE8D0-98C2-41A2-8B50-21F3D16B27DB}"/>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12221360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AE2506-1237-4BF7-A93E-DA99EDC0734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4F553D-F37D-4468-8DA2-986C83E4DFA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DFD705DF-0B13-4A92-90CC-30F2402AB77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93B6BA84-4304-4A1F-894A-EF6C9ED0F76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25A9EA2-2611-4839-9BE4-F81C111F5F28}"/>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F1777B97-DBAB-40F3-886A-491FD03C1F8E}"/>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69DC2BEB-AFDE-4853-B45E-666DF283C311}"/>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55639268-CAEC-4D53-9ECB-E44FADF79D17}"/>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predictor de torque total en simulación.</a:t>
            </a:r>
          </a:p>
        </p:txBody>
      </p:sp>
      <p:sp>
        <p:nvSpPr>
          <p:cNvPr id="9" name="">
            <a:extLst xmlns:a="http://schemas.openxmlformats.org/drawingml/2006/main">
              <a:ext uri="{FF2B5EF4-FFF2-40B4-BE49-F238E27FC236}">
                <a16:creationId xmlns:a16="http://schemas.microsoft.com/office/drawing/2014/main" id="{3685B9E6-93BE-415A-AEE9-042B9B834787}"/>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61248D89-AFB4-4FF1-8C9A-DFC57E048835}"/>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3E79471D-849E-4F61-ABB9-8056ADB629DD}"/>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51B25436-E4D1-430D-A965-4A510F80075E}"/>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15037211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5CFD02-2B5C-4CC9-93CF-C6840E412DE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F6F32A-E6B8-40B0-B3BB-58CC046A30F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EDD78252-FCBA-4723-9B22-FF10A8F6BB5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A176B0CA-E48D-4CCC-A2E5-BFEB5BAA119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999A28-7253-4E43-957A-C81FDAB7E9A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75EC60D9-ADAF-4AF0-B02D-35979B8C048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32FABE79-AF24-45C6-8AE2-F5C6A368BBDD}"/>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versión corregida, 2026.</a:t>
            </a:r>
          </a:p>
        </p:txBody>
      </p:sp>
      <p:sp>
        <p:nvSpPr>
          <p:cNvPr id="8" name="">
            <a:extLst xmlns:a="http://schemas.openxmlformats.org/drawingml/2006/main">
              <a:ext uri="{FF2B5EF4-FFF2-40B4-BE49-F238E27FC236}">
                <a16:creationId xmlns:a16="http://schemas.microsoft.com/office/drawing/2014/main" id="{653BD3C0-7C44-4779-9577-947C1EB42A35}"/>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459D3513-4852-46DE-B599-1EEA70B4CEC5}"/>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1B8E3367-BFDE-48EA-A989-503823300256}"/>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85E22120-AACE-48AC-8B7A-8CF196DE7551}"/>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B199CE5C-5996-4A27-8C1F-B60F1E1A7D5B}"/>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2014327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2026-10-07T18:05:48.9680000Z</dcterms:created>
  <dcterms:modified xsi:type="dcterms:W3CDTF">2026-10-07T18:05:48.9680000Z</dcterms:modified>
</coreProperties>
</file>