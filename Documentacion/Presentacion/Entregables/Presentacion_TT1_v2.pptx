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134d08befd742c3" /><Relationship Type="http://schemas.openxmlformats.org/officeDocument/2006/relationships/extended-properties" Target="/docProps/app.xml" Id="Rb5bb91d73bcb48d7" /><Relationship Type="http://schemas.openxmlformats.org/officeDocument/2006/relationships/officeDocument" Target="/ppt/presentation.xml" Id="R500421e8b092439f" /></Relationships>
</file>

<file path=ppt/presentation.xml><?xml version="1.0" encoding="utf-8"?>
<p:presentation xmlns:p="http://schemas.openxmlformats.org/presentationml/2006/main">
  <p:sldMasterIdLst>
    <p:sldMasterId xmlns:r="http://schemas.openxmlformats.org/officeDocument/2006/relationships" id="2147483648" r:id="R977e344fbddd4bb9"/>
  </p:sldMasterIdLst>
  <p:notesMasterIdLst>
    <p:notesMasterId xmlns:r="http://schemas.openxmlformats.org/officeDocument/2006/relationships" r:id="R5b4dc78cd2d540e2"/>
  </p:notesMasterIdLst>
  <p:sldIdLst>
    <p:sldId xmlns:r="http://schemas.openxmlformats.org/officeDocument/2006/relationships" id="256" r:id="R377d656cca044bef"/>
    <p:sldId xmlns:r="http://schemas.openxmlformats.org/officeDocument/2006/relationships" id="257" r:id="R144c2c89b8b74357"/>
    <p:sldId xmlns:r="http://schemas.openxmlformats.org/officeDocument/2006/relationships" id="258" r:id="R5175ded2c2424c6f"/>
    <p:sldId xmlns:r="http://schemas.openxmlformats.org/officeDocument/2006/relationships" id="259" r:id="R8c956854beea42ec"/>
    <p:sldId xmlns:r="http://schemas.openxmlformats.org/officeDocument/2006/relationships" id="260" r:id="Rd4cb3920d5bc48c1"/>
    <p:sldId xmlns:r="http://schemas.openxmlformats.org/officeDocument/2006/relationships" id="261" r:id="Rf76cb867841b4d1a"/>
    <p:sldId xmlns:r="http://schemas.openxmlformats.org/officeDocument/2006/relationships" id="262" r:id="R63164d05e3cb45cb"/>
    <p:sldId xmlns:r="http://schemas.openxmlformats.org/officeDocument/2006/relationships" id="263" r:id="Rdf1ff37798fb4ac9"/>
    <p:sldId xmlns:r="http://schemas.openxmlformats.org/officeDocument/2006/relationships" id="264" r:id="R4a21f37c5ed2468e"/>
    <p:sldId xmlns:r="http://schemas.openxmlformats.org/officeDocument/2006/relationships" id="265" r:id="R7516cbc44773422d"/>
    <p:sldId xmlns:r="http://schemas.openxmlformats.org/officeDocument/2006/relationships" id="266" r:id="R6d67458868c74887"/>
    <p:sldId xmlns:r="http://schemas.openxmlformats.org/officeDocument/2006/relationships" id="267" r:id="R481e81abfd4e4ba7"/>
    <p:sldId xmlns:r="http://schemas.openxmlformats.org/officeDocument/2006/relationships" id="268" r:id="Rdff281b7eee2454a"/>
    <p:sldId xmlns:r="http://schemas.openxmlformats.org/officeDocument/2006/relationships" id="269" r:id="R27be021881a54eec"/>
    <p:sldId xmlns:r="http://schemas.openxmlformats.org/officeDocument/2006/relationships" id="270" r:id="R0ac7b382fe85460c"/>
    <p:sldId xmlns:r="http://schemas.openxmlformats.org/officeDocument/2006/relationships" id="271" r:id="R1cf444db19864109"/>
    <p:sldId xmlns:r="http://schemas.openxmlformats.org/officeDocument/2006/relationships" id="272" r:id="R4aef66e78f4c42d6"/>
    <p:sldId xmlns:r="http://schemas.openxmlformats.org/officeDocument/2006/relationships" id="273" r:id="R06126384c5ae4721"/>
    <p:sldId xmlns:r="http://schemas.openxmlformats.org/officeDocument/2006/relationships" id="274" r:id="R6f5130c3c55c499e"/>
    <p:sldId xmlns:r="http://schemas.openxmlformats.org/officeDocument/2006/relationships" id="275" r:id="R6dbc1c46a8344198"/>
    <p:sldId xmlns:r="http://schemas.openxmlformats.org/officeDocument/2006/relationships" id="276" r:id="R52878f4c862945c1"/>
    <p:sldId xmlns:r="http://schemas.openxmlformats.org/officeDocument/2006/relationships" id="277" r:id="R421c652b849a40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cc47c5f45d4ab7" /><Relationship Type="http://schemas.openxmlformats.org/officeDocument/2006/relationships/slideMaster" Target="/ppt/slideMasters/slideMaster1.xml" Id="R977e344fbddd4bb9" /><Relationship Type="http://schemas.openxmlformats.org/officeDocument/2006/relationships/notesMaster" Target="/ppt/notesMasters/notesMaster1.xml" Id="R5b4dc78cd2d540e2" /><Relationship Type="http://schemas.openxmlformats.org/officeDocument/2006/relationships/presProps" Target="/ppt/presProps.xml" Id="R037aeb05b82d4aa6" /><Relationship Type="http://schemas.openxmlformats.org/officeDocument/2006/relationships/tableStyles" Target="/ppt/tableStyles.xml" Id="R32ab624965bc4660" /><Relationship Type="http://schemas.openxmlformats.org/officeDocument/2006/relationships/slide" Target="/ppt/slides/slide1.xml" Id="R377d656cca044bef" /><Relationship Type="http://schemas.openxmlformats.org/officeDocument/2006/relationships/slide" Target="/ppt/slides/slide2.xml" Id="R144c2c89b8b74357" /><Relationship Type="http://schemas.openxmlformats.org/officeDocument/2006/relationships/slide" Target="/ppt/slides/slide3.xml" Id="R5175ded2c2424c6f" /><Relationship Type="http://schemas.openxmlformats.org/officeDocument/2006/relationships/slide" Target="/ppt/slides/slide4.xml" Id="R8c956854beea42ec" /><Relationship Type="http://schemas.openxmlformats.org/officeDocument/2006/relationships/slide" Target="/ppt/slides/slide5.xml" Id="Rd4cb3920d5bc48c1" /><Relationship Type="http://schemas.openxmlformats.org/officeDocument/2006/relationships/slide" Target="/ppt/slides/slide6.xml" Id="Rf76cb867841b4d1a" /><Relationship Type="http://schemas.openxmlformats.org/officeDocument/2006/relationships/slide" Target="/ppt/slides/slide7.xml" Id="R63164d05e3cb45cb" /><Relationship Type="http://schemas.openxmlformats.org/officeDocument/2006/relationships/slide" Target="/ppt/slides/slide8.xml" Id="Rdf1ff37798fb4ac9" /><Relationship Type="http://schemas.openxmlformats.org/officeDocument/2006/relationships/slide" Target="/ppt/slides/slide9.xml" Id="R4a21f37c5ed2468e" /><Relationship Type="http://schemas.openxmlformats.org/officeDocument/2006/relationships/slide" Target="/ppt/slides/slide10.xml" Id="R7516cbc44773422d" /><Relationship Type="http://schemas.openxmlformats.org/officeDocument/2006/relationships/slide" Target="/ppt/slides/slide11.xml" Id="R6d67458868c74887" /><Relationship Type="http://schemas.openxmlformats.org/officeDocument/2006/relationships/slide" Target="/ppt/slides/slide12.xml" Id="R481e81abfd4e4ba7" /><Relationship Type="http://schemas.openxmlformats.org/officeDocument/2006/relationships/slide" Target="/ppt/slides/slide13.xml" Id="Rdff281b7eee2454a" /><Relationship Type="http://schemas.openxmlformats.org/officeDocument/2006/relationships/slide" Target="/ppt/slides/slide14.xml" Id="R27be021881a54eec" /><Relationship Type="http://schemas.openxmlformats.org/officeDocument/2006/relationships/slide" Target="/ppt/slides/slide15.xml" Id="R0ac7b382fe85460c" /><Relationship Type="http://schemas.openxmlformats.org/officeDocument/2006/relationships/slide" Target="/ppt/slides/slide16.xml" Id="R1cf444db19864109" /><Relationship Type="http://schemas.openxmlformats.org/officeDocument/2006/relationships/slide" Target="/ppt/slides/slide17.xml" Id="R4aef66e78f4c42d6" /><Relationship Type="http://schemas.openxmlformats.org/officeDocument/2006/relationships/slide" Target="/ppt/slides/slide18.xml" Id="R06126384c5ae4721" /><Relationship Type="http://schemas.openxmlformats.org/officeDocument/2006/relationships/slide" Target="/ppt/slides/slide19.xml" Id="R6f5130c3c55c499e" /><Relationship Type="http://schemas.openxmlformats.org/officeDocument/2006/relationships/slide" Target="/ppt/slides/slide20.xml" Id="R6dbc1c46a8344198" /><Relationship Type="http://schemas.openxmlformats.org/officeDocument/2006/relationships/slide" Target="/ppt/slides/slide21.xml" Id="R52878f4c862945c1" /><Relationship Type="http://schemas.openxmlformats.org/officeDocument/2006/relationships/slide" Target="/ppt/slides/slide22.xml" Id="R421c652b849a40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b0d5e073a540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250bff9ba94b9e" /><Relationship Type="http://schemas.openxmlformats.org/officeDocument/2006/relationships/notesMaster" Target="/ppt/notesMasters/notesMaster1.xml" Id="Red718083c88544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0566517daf4473" /><Relationship Type="http://schemas.openxmlformats.org/officeDocument/2006/relationships/notesMaster" Target="/ppt/notesMasters/notesMaster1.xml" Id="R107b751813234d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7c5d4f137c4c0b" /><Relationship Type="http://schemas.openxmlformats.org/officeDocument/2006/relationships/notesMaster" Target="/ppt/notesMasters/notesMaster1.xml" Id="R1dcbef45762742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c23c195dcd4b0f" /><Relationship Type="http://schemas.openxmlformats.org/officeDocument/2006/relationships/notesMaster" Target="/ppt/notesMasters/notesMaster1.xml" Id="R772793d78a674d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4c3fdfcf274448" /><Relationship Type="http://schemas.openxmlformats.org/officeDocument/2006/relationships/notesMaster" Target="/ppt/notesMasters/notesMaster1.xml" Id="R529e211a3a1b41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91d5e80c4049ac" /><Relationship Type="http://schemas.openxmlformats.org/officeDocument/2006/relationships/notesMaster" Target="/ppt/notesMasters/notesMaster1.xml" Id="Rdedd9df187bd48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1618790a4a414f" /><Relationship Type="http://schemas.openxmlformats.org/officeDocument/2006/relationships/notesMaster" Target="/ppt/notesMasters/notesMaster1.xml" Id="R86027cb556e24e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214da4e6c543e8" /><Relationship Type="http://schemas.openxmlformats.org/officeDocument/2006/relationships/notesMaster" Target="/ppt/notesMasters/notesMaster1.xml" Id="R665926efd86a44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f276bd67b246cb" /><Relationship Type="http://schemas.openxmlformats.org/officeDocument/2006/relationships/notesMaster" Target="/ppt/notesMasters/notesMaster1.xml" Id="R802b17baa6f044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778a6421064e91" /><Relationship Type="http://schemas.openxmlformats.org/officeDocument/2006/relationships/notesMaster" Target="/ppt/notesMasters/notesMaster1.xml" Id="R427878c0024a45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17e7148cc34054" /><Relationship Type="http://schemas.openxmlformats.org/officeDocument/2006/relationships/notesMaster" Target="/ppt/notesMasters/notesMaster1.xml" Id="R7e9e65c75c7746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ad5bce47694580" /><Relationship Type="http://schemas.openxmlformats.org/officeDocument/2006/relationships/notesMaster" Target="/ppt/notesMasters/notesMaster1.xml" Id="R009e41ebdd474d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7fbaab9b214a60" /><Relationship Type="http://schemas.openxmlformats.org/officeDocument/2006/relationships/notesMaster" Target="/ppt/notesMasters/notesMaster1.xml" Id="Rbd211d68bb4f4d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0e58e438f24f68" /><Relationship Type="http://schemas.openxmlformats.org/officeDocument/2006/relationships/notesMaster" Target="/ppt/notesMasters/notesMaster1.xml" Id="Rc52ec0bf151940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7eae62285a4900" /><Relationship Type="http://schemas.openxmlformats.org/officeDocument/2006/relationships/notesMaster" Target="/ppt/notesMasters/notesMaster1.xml" Id="R5d561d04a2ba4d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6c6af5bb4f4cc6" /><Relationship Type="http://schemas.openxmlformats.org/officeDocument/2006/relationships/notesMaster" Target="/ppt/notesMasters/notesMaster1.xml" Id="R9235e7c432fd44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433b07a15c407d" /><Relationship Type="http://schemas.openxmlformats.org/officeDocument/2006/relationships/notesMaster" Target="/ppt/notesMasters/notesMaster1.xml" Id="R85e654d0c01d4b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91e032f97445fc" /><Relationship Type="http://schemas.openxmlformats.org/officeDocument/2006/relationships/notesMaster" Target="/ppt/notesMasters/notesMaster1.xml" Id="R029338d3834a48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cd55a5e1154f1d" /><Relationship Type="http://schemas.openxmlformats.org/officeDocument/2006/relationships/notesMaster" Target="/ppt/notesMasters/notesMaster1.xml" Id="R6a271d543cf547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8d4003ce6e4334" /><Relationship Type="http://schemas.openxmlformats.org/officeDocument/2006/relationships/notesMaster" Target="/ppt/notesMasters/notesMaster1.xml" Id="Rca6ec79591ce40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8b3795767a9466f" /><Relationship Type="http://schemas.openxmlformats.org/officeDocument/2006/relationships/notesMaster" Target="/ppt/notesMasters/notesMaster1.xml" Id="Rf7a3238b386c42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d120e2670f42a5" /><Relationship Type="http://schemas.openxmlformats.org/officeDocument/2006/relationships/notesMaster" Target="/ppt/notesMasters/notesMaster1.xml" Id="Rcb3cb6cc773a42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Las tareas robóticas cada vez más complejas motivan investigar alternativas de control, como las redes neuronales. Sin embargo, ejecutar su inferencia requiere cómputo y movimiento de datos. Esta exigencia cobra especial relevancia en plataformas móviles, donde la energía disponible está limitada por las baterías. Por ello se estudia la cuantización, evaluando en TT1 su efecto sobre el tamaño del modelo, la latencia de inferencia y el seguimiento articular. Los sistemas móviles motivan el problema; la evaluación de TT1 se realizó en CPU y simulación del UR3e. No se midió directamente el cuello de botella de Von Neumann ni el ahorro energético.</a:t>
            </a:r>
          </a:p>
          <a:p xmlns:a="http://schemas.openxmlformats.org/drawingml/2006/main">
            <a:r>
              <a:t>Fuentes: Fuente: motivación y alcance del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UINT8 se distingue explícitamente.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con rango reducido, no parámetros del modelo.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representa grafos con operadores/tensores.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no se introduce en aceleración de mando del CTC ideal. El maestro produce etiquetas de torque total y es la referencia analítica. 151.2 µs mide RNEA+PD integrado, no RNEA aislado; omitir comparación injusta con inferencia pura.</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pesos+1158 sesgos=307590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como entrada, no residual. Normalización, modelo, desnormalización y saturación provisional. Recibe estados y referencias. q̈ actual cero en despliegue. El modelo no sustituye el cálculo RNEA. Figura redibujada como formas editables a partir del diagrama corregido.</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42=7 grupos de6: q,dq,ddq,qd,dqd,ddqd,tauRNEA; seis objetivos de torque. Entrenamiento Adam0.002,batch512,500épocas configuradas,scheduler paciencia15. No presentar 50000 filas sin cotejo. Escaladores ajustados antes de partición constituyen limitación de evaluación independiente. La aceleración cero es simplificación no ventaja probada; evaluar retirarla implicaría 36 entradas y reentrenamiento.</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Pesos cuantizados fuera de línea; escalas y puntos cero activaciones calculados en inferencia. No calibración estática como paso realizado. QAT no se evaluó en TT1. Mismos parámetros y capas. Ejecución CPU sin garantizar backend SIMD particular.</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ejemplo matemático no un registro del ensayo. Tres esquemas: maestro RNEA+PD, predictorFP32, predictorINT8. MedidasCPU/OS. Conteos nominales por frecuencia/duración no son mensajes efectivos; no usarN300000como conteo confirmado.</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11836c999642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9dda1837f548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b5eff84d0e45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888c52dff746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41350134cb4e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8791fe82bc43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441779-A0EF-4C8C-B63C-A12D23B56E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C09CB7E-7859-453F-AB3B-7BBACFC165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16E482-2D28-4272-9DFE-566282DB1C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404E06-8A42-4D2D-B14D-B9AB489E81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68212A7-7EDD-4AEB-8CD8-1105E2D4229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500EFE-99C7-46C5-8B3B-35C4A0E5FF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1CE9AF-C2DC-400A-8C1B-CE0B65CF5E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8370D5-9382-4E51-B96C-295BBCD2D2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5154F2-F0F1-4F6B-9D24-815912D1A2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9EFD2D-5ECF-4E8A-B706-31CD8980FA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1f3f9a1ebe42fc" /><Relationship Type="http://schemas.openxmlformats.org/officeDocument/2006/relationships/slideLayout" Target="/ppt/slideLayouts/slideLayout1.xml" Id="R82bc2f6d31dd47d0" /><Relationship Type="http://schemas.openxmlformats.org/officeDocument/2006/relationships/slideLayout" Target="/ppt/slideLayouts/slideLayout2.xml" Id="Rc86d7c88ad31415c" /><Relationship Type="http://schemas.openxmlformats.org/officeDocument/2006/relationships/slideLayout" Target="/ppt/slideLayouts/slideLayout3.xml" Id="R10ac101d6e614549" /><Relationship Type="http://schemas.openxmlformats.org/officeDocument/2006/relationships/slideLayout" Target="/ppt/slideLayouts/slideLayout4.xml" Id="Ra37589d3b1494385" /><Relationship Type="http://schemas.openxmlformats.org/officeDocument/2006/relationships/slideLayout" Target="/ppt/slideLayouts/slideLayout5.xml" Id="R5e5c7bab12594ad7" /><Relationship Type="http://schemas.openxmlformats.org/officeDocument/2006/relationships/slideLayout" Target="/ppt/slideLayouts/slideLayout6.xml" Id="R6e7619b6a47a40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bc2f6d31dd47d0"/>
    <p:sldLayoutId xmlns:r="http://schemas.openxmlformats.org/officeDocument/2006/relationships" id="2147483650" r:id="Rc86d7c88ad31415c"/>
    <p:sldLayoutId xmlns:r="http://schemas.openxmlformats.org/officeDocument/2006/relationships" id="2147483651" r:id="R10ac101d6e614549"/>
    <p:sldLayoutId xmlns:r="http://schemas.openxmlformats.org/officeDocument/2006/relationships" id="2147483652" r:id="Ra37589d3b1494385"/>
    <p:sldLayoutId xmlns:r="http://schemas.openxmlformats.org/officeDocument/2006/relationships" id="2147483653" r:id="R5e5c7bab12594ad7"/>
    <p:sldLayoutId xmlns:r="http://schemas.openxmlformats.org/officeDocument/2006/relationships" id="2147483654" r:id="R6e7619b6a47a40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a6fb9853594ddf" /><Relationship Type="http://schemas.openxmlformats.org/officeDocument/2006/relationships/notesSlide" Target="/ppt/notesSlides/notesSlide1.xml" Id="R59471ed3556e44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c54e2e0e4f4e59" /><Relationship Type="http://schemas.openxmlformats.org/officeDocument/2006/relationships/notesSlide" Target="/ppt/notesSlides/notesSlide2.xml" Id="Rc5c85393c48044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a3ac01445c46f7" /><Relationship Type="http://schemas.openxmlformats.org/officeDocument/2006/relationships/notesSlide" Target="/ppt/notesSlides/notesSlide3.xml" Id="Reae85846bab44b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c8ff458dbd4cf7" /><Relationship Type="http://schemas.openxmlformats.org/officeDocument/2006/relationships/notesSlide" Target="/ppt/notesSlides/notesSlide4.xml" Id="R6254a936a85d48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2f8ba179324e74" /><Relationship Type="http://schemas.openxmlformats.org/officeDocument/2006/relationships/notesSlide" Target="/ppt/notesSlides/notesSlide5.xml" Id="Re5a800b6150b43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3ee4b070534faf" /><Relationship Type="http://schemas.openxmlformats.org/officeDocument/2006/relationships/notesSlide" Target="/ppt/notesSlides/notesSlide6.xml" Id="Reb9523d738c44c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3141584a7d42ad" /><Relationship Type="http://schemas.openxmlformats.org/officeDocument/2006/relationships/image" Target="/ppt/media/image.png" Id="R983e312f2ac248b3" /><Relationship Type="http://schemas.openxmlformats.org/officeDocument/2006/relationships/notesSlide" Target="/ppt/notesSlides/notesSlide7.xml" Id="Rbe87993024d343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675bf8af8d41aa" /><Relationship Type="http://schemas.openxmlformats.org/officeDocument/2006/relationships/notesSlide" Target="/ppt/notesSlides/notesSlide8.xml" Id="R17a2d076db3f47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96165c18ff45df" /><Relationship Type="http://schemas.openxmlformats.org/officeDocument/2006/relationships/notesSlide" Target="/ppt/notesSlides/notesSlide9.xml" Id="R035a1a6fd02748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da76bcd1e04ba3" /><Relationship Type="http://schemas.openxmlformats.org/officeDocument/2006/relationships/image" Target="/ppt/media/image2.png" Id="R3f4c5108d8cf4197" /><Relationship Type="http://schemas.openxmlformats.org/officeDocument/2006/relationships/notesSlide" Target="/ppt/notesSlides/notesSlide10.xml" Id="R32908630ecff43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0378ce633e64552" /><Relationship Type="http://schemas.openxmlformats.org/officeDocument/2006/relationships/notesSlide" Target="/ppt/notesSlides/notesSlide11.xml" Id="R9d1905955d4d4e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b60137c00d54b23" /><Relationship Type="http://schemas.openxmlformats.org/officeDocument/2006/relationships/image" Target="/ppt/media/image3.png" Id="R058343cbb8334b35" /><Relationship Type="http://schemas.openxmlformats.org/officeDocument/2006/relationships/notesSlide" Target="/ppt/notesSlides/notesSlide12.xml" Id="R47c4871057414e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41f36348094e58" /><Relationship Type="http://schemas.openxmlformats.org/officeDocument/2006/relationships/notesSlide" Target="/ppt/notesSlides/notesSlide13.xml" Id="R14a9ac0e09e44a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4375a6846cd4576" /><Relationship Type="http://schemas.openxmlformats.org/officeDocument/2006/relationships/notesSlide" Target="/ppt/notesSlides/notesSlide14.xml" Id="R751838c8541840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f6e326036ab4c06" /><Relationship Type="http://schemas.openxmlformats.org/officeDocument/2006/relationships/image" Target="/ppt/media/image4.png" Id="Rc441c511bab74fc7" /><Relationship Type="http://schemas.openxmlformats.org/officeDocument/2006/relationships/notesSlide" Target="/ppt/notesSlides/notesSlide15.xml" Id="R4b1656ec3adf44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3f51bd2b97f46d1" /><Relationship Type="http://schemas.openxmlformats.org/officeDocument/2006/relationships/image" Target="/ppt/media/image5.png" Id="Rd0a41fcf586e4721" /><Relationship Type="http://schemas.openxmlformats.org/officeDocument/2006/relationships/notesSlide" Target="/ppt/notesSlides/notesSlide16.xml" Id="Rf79772aa91944e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e30188b51f1453d" /><Relationship Type="http://schemas.openxmlformats.org/officeDocument/2006/relationships/chart" Target="/ppt/slides/charts/chart1.xml" Id="R27493ed35d5947ce" /><Relationship Type="http://schemas.openxmlformats.org/officeDocument/2006/relationships/notesSlide" Target="/ppt/notesSlides/notesSlide17.xml" Id="R4ea9045e34cb4f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1a779bd78de4507" /><Relationship Type="http://schemas.openxmlformats.org/officeDocument/2006/relationships/chart" Target="/ppt/slides/charts/chart2.xml" Id="R730d101dcc5a4ad1" /><Relationship Type="http://schemas.openxmlformats.org/officeDocument/2006/relationships/notesSlide" Target="/ppt/notesSlides/notesSlide18.xml" Id="R2f6124f90d2741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4a1f1b97955479f" /><Relationship Type="http://schemas.openxmlformats.org/officeDocument/2006/relationships/chart" Target="/ppt/slides/charts/chart3.xml" Id="R068fe9c759b6462d" /><Relationship Type="http://schemas.openxmlformats.org/officeDocument/2006/relationships/notesSlide" Target="/ppt/notesSlides/notesSlide19.xml" Id="R4309f404b5d44d2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148422c55c340ff" /><Relationship Type="http://schemas.openxmlformats.org/officeDocument/2006/relationships/notesSlide" Target="/ppt/notesSlides/notesSlide20.xml" Id="R8db4c03cdc3e42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c74f4ccfd3d4bae" /><Relationship Type="http://schemas.openxmlformats.org/officeDocument/2006/relationships/notesSlide" Target="/ppt/notesSlides/notesSlide21.xml" Id="R99e0f402df4e4c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b668ae8dd924e99" /><Relationship Type="http://schemas.openxmlformats.org/officeDocument/2006/relationships/notesSlide" Target="/ppt/notesSlides/notesSlide22.xml" Id="R63be270d4465479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Analítico</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5A39A9-F92B-4979-8100-EBF37E5C077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578F44-BC7F-4C2E-8152-296274783581}"/>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BF781FEC-A96D-4D8B-A7A1-B7522FDB5506}"/>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CABE85E7-6BD2-4613-896A-DB9D75070C0D}"/>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7B5D9EB7-573E-40D0-B8B5-52840498BBC7}"/>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E29DC304-7B65-4132-BC3C-90847EDA9196}"/>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1C386F88-B201-4995-A031-B077B5BC47B3}"/>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96AC4DDA-128B-4D6B-8802-47FE20768561}"/>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36D02692-4E0F-4323-BDC1-88C57C28C545}"/>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18119660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824D83A-DE90-4EEA-BAF3-649502D6ED4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C042B1-8D4C-4A0A-89A4-6FE534C6981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DA046577-E96C-4C67-BEB8-4800F89359A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9D35AE3C-F673-4A74-BB22-715DF34C07A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7A4C1B6-EC80-4D1A-8171-F6AFDDFD9E6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FAC58CB8-BD3C-4E16-BFC9-6F9121BCF28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F4E2E150-DABD-4AAD-A013-928C0DF961E2}"/>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7D6FCC77-1CF8-4A21-AC2F-083A6AA70857}"/>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D6136346-C39E-43C9-8C3B-0B2BC9566C2F}"/>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DD1B782A-D695-4F95-8A6C-D2611760F7BF}"/>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997DE505-AA23-4534-A26B-73C15EFE482F}"/>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536EBECF-ACDB-4883-B248-3E7F8BD6C10A}"/>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879D67B5-D054-4FDD-A7F6-1074ADF31E2F}"/>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EE4A55A3-D055-43C4-90A3-C0EA3FADA4EA}"/>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EA250CC6-9549-4C18-B7A8-6BBA68BA9565}"/>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E4D8DBB2-6B6F-4DDB-AAE2-4C91A9A75B08}"/>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10735368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0BA498-BF9F-4E95-9937-E7232EC6DB7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7FDD2C-E086-4039-AC9E-ADFBAD573838}"/>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7F1C4F58-C150-4E10-B69E-1B03689CBC7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F4E7E703-AAF5-42FD-807D-3F7358F7872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594EC4-4B54-42A9-B71F-C6366B3A54C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motivación y alcance del reporte TT1 [1]</a:t>
            </a:r>
          </a:p>
        </p:txBody>
      </p:sp>
      <p:sp>
        <p:nvSpPr>
          <p:cNvPr id="6" name="">
            <a:extLst xmlns:a="http://schemas.openxmlformats.org/drawingml/2006/main">
              <a:ext uri="{FF2B5EF4-FFF2-40B4-BE49-F238E27FC236}">
                <a16:creationId xmlns:a16="http://schemas.microsoft.com/office/drawing/2014/main" id="{BD0E208D-4A88-4289-9C74-117599155D8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8F851917-40AF-4079-9FC9-BF8D56A01293}"/>
              </a:ext>
            </a:extLst>
          </p:cNvPr>
          <p:cNvSpPr>
            <a:spLocks xmlns:a="http://schemas.openxmlformats.org/drawingml/2006/main" noGrp="1"/>
          </p:cNvSpPr>
          <p:nvPr/>
        </p:nvSpPr>
        <p:spPr>
          <a:xfrm xmlns:a="http://schemas.openxmlformats.org/drawingml/2006/main">
            <a:off x="762000" y="1847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56C4EF58-0366-4426-9EBB-D50C0A19A7E5}"/>
              </a:ext>
            </a:extLst>
          </p:cNvPr>
          <p:cNvSpPr>
            <a:spLocks xmlns:a="http://schemas.openxmlformats.org/drawingml/2006/main" noGrp="1"/>
          </p:cNvSpPr>
          <p:nvPr/>
        </p:nvSpPr>
        <p:spPr>
          <a:xfrm xmlns:a="http://schemas.openxmlformats.org/drawingml/2006/main">
            <a:off x="1581150" y="184785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creciente complejidad de las tareas robóticas motiva investigar diferentes métodos de control.</a:t>
            </a:r>
          </a:p>
        </p:txBody>
      </p:sp>
      <p:sp>
        <p:nvSpPr>
          <p:cNvPr id="9" name="">
            <a:extLst xmlns:a="http://schemas.openxmlformats.org/drawingml/2006/main">
              <a:ext uri="{FF2B5EF4-FFF2-40B4-BE49-F238E27FC236}">
                <a16:creationId xmlns:a16="http://schemas.microsoft.com/office/drawing/2014/main" id="{011F543F-7244-46AD-AC57-45F268DC2096}"/>
              </a:ext>
            </a:extLst>
          </p:cNvPr>
          <p:cNvSpPr>
            <a:spLocks xmlns:a="http://schemas.openxmlformats.org/drawingml/2006/main" noGrp="1"/>
          </p:cNvSpPr>
          <p:nvPr/>
        </p:nvSpPr>
        <p:spPr>
          <a:xfrm xmlns:a="http://schemas.openxmlformats.org/drawingml/2006/main">
            <a:off x="762000" y="29432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44EC97C4-9BDC-4726-A7B7-A44A587CE75A}"/>
              </a:ext>
            </a:extLst>
          </p:cNvPr>
          <p:cNvSpPr>
            <a:spLocks xmlns:a="http://schemas.openxmlformats.org/drawingml/2006/main" noGrp="1"/>
          </p:cNvSpPr>
          <p:nvPr/>
        </p:nvSpPr>
        <p:spPr>
          <a:xfrm xmlns:a="http://schemas.openxmlformats.org/drawingml/2006/main">
            <a:off x="1581150" y="294322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inferencia neuronal requiere cómputo y transferencias entre memoria y procesador, asociadas al cuello de botella de Von Neumann.</a:t>
            </a:r>
          </a:p>
        </p:txBody>
      </p:sp>
      <p:sp>
        <p:nvSpPr>
          <p:cNvPr id="11" name="">
            <a:extLst xmlns:a="http://schemas.openxmlformats.org/drawingml/2006/main">
              <a:ext uri="{FF2B5EF4-FFF2-40B4-BE49-F238E27FC236}">
                <a16:creationId xmlns:a16="http://schemas.microsoft.com/office/drawing/2014/main" id="{477880CC-8838-47CA-8538-08BEE1203B4A}"/>
              </a:ext>
            </a:extLst>
          </p:cNvPr>
          <p:cNvSpPr>
            <a:spLocks xmlns:a="http://schemas.openxmlformats.org/drawingml/2006/main" noGrp="1"/>
          </p:cNvSpPr>
          <p:nvPr/>
        </p:nvSpPr>
        <p:spPr>
          <a:xfrm xmlns:a="http://schemas.openxmlformats.org/drawingml/2006/main">
            <a:off x="762000" y="4038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4996960B-7969-4998-AC18-80E6A1F047DC}"/>
              </a:ext>
            </a:extLst>
          </p:cNvPr>
          <p:cNvSpPr>
            <a:spLocks xmlns:a="http://schemas.openxmlformats.org/drawingml/2006/main" noGrp="1"/>
          </p:cNvSpPr>
          <p:nvPr/>
        </p:nvSpPr>
        <p:spPr>
          <a:xfrm xmlns:a="http://schemas.openxmlformats.org/drawingml/2006/main">
            <a:off x="1581150" y="403860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En plataformas con recursos restringidos, especialmente sistemas móviles alimentados por baterías, el presupuesto de cómputo y energía es limitado.</a:t>
            </a:r>
          </a:p>
        </p:txBody>
      </p:sp>
      <p:sp>
        <p:nvSpPr>
          <p:cNvPr id="13" name="">
            <a:extLst xmlns:a="http://schemas.openxmlformats.org/drawingml/2006/main">
              <a:ext uri="{FF2B5EF4-FFF2-40B4-BE49-F238E27FC236}">
                <a16:creationId xmlns:a16="http://schemas.microsoft.com/office/drawing/2014/main" id="{E07EB96F-C5D6-4CF7-9E50-C3A263615B50}"/>
              </a:ext>
            </a:extLst>
          </p:cNvPr>
          <p:cNvSpPr>
            <a:spLocks xmlns:a="http://schemas.openxmlformats.org/drawingml/2006/main" noGrp="1"/>
          </p:cNvSpPr>
          <p:nvPr/>
        </p:nvSpPr>
        <p:spPr>
          <a:xfrm xmlns:a="http://schemas.openxmlformats.org/drawingml/2006/main">
            <a:off x="762000" y="51339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C9F8349E-AD8A-417C-A072-1F56AEAE5374}"/>
              </a:ext>
            </a:extLst>
          </p:cNvPr>
          <p:cNvSpPr>
            <a:spLocks xmlns:a="http://schemas.openxmlformats.org/drawingml/2006/main" noGrp="1"/>
          </p:cNvSpPr>
          <p:nvPr/>
        </p:nvSpPr>
        <p:spPr>
          <a:xfrm xmlns:a="http://schemas.openxmlformats.org/drawingml/2006/main">
            <a:off x="1581150" y="513397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Se estudia la cuantización para reducir los recursos utilizados y evaluar su efecto sobre la precisión del control.</a:t>
            </a:r>
          </a:p>
        </p:txBody>
      </p:sp>
    </p:spTree>
    <p:extLst>
      <p:ext uri="{BB962C8B-B14F-4D97-AF65-F5344CB8AC3E}">
        <p14:creationId xmlns:p14="http://schemas.microsoft.com/office/powerpoint/2010/main" val="8405912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432B91-E48E-44DC-82B9-7192EA861F6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856C79-76F6-4BC0-A28A-37AF0D7BA30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FADD5233-5EA3-4F31-8CC6-3595619D5AB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ABAD864A-DC08-476C-9E1E-3A0CF81767A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610E02-5952-42AA-9372-7EE38EDD572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876379E7-B51C-4482-A456-B1B370BF988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EB42A594-F670-4D11-BABD-CB3AAE75396B}"/>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46406B6E-444D-42CB-94DB-0126FB9C31AD}"/>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B8D058-3F9B-44D9-A917-BB024B7F1754}"/>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812582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F58D33-D196-4D67-BB9C-1918A3FCF8E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7A69AE-6B94-4DB1-A018-5DEE82E6809F}"/>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610F0A32-92F1-495B-BC89-10A834E7A4C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4A912619-4B6F-40AC-AE14-79848B8C2AE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38F80FA-A60C-4200-AE47-4C2ABFE1FB0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DB859E59-2737-49E8-B380-CA52CB37BE7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5031C807-5696-4373-B052-8BE60CE04FDB}"/>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B8329B86-CD89-487B-9C01-8AA87DC5C28A}"/>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8C19C164-2849-4206-8081-2DCA6CAF0725}"/>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10A6BC2B-6302-4B98-AFF7-A5B50A856496}"/>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DB27267C-D59A-4985-894B-AE8C131B81B9}"/>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4C7400E1-EF2B-42B8-9BB2-85C1F60E5BF3}"/>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BF1E1AB6-00F3-42C9-AB14-6A9FA5E026D6}"/>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B992ED1A-1362-442F-B2EE-FE5DA8B8C49F}"/>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4159350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C9AAAA8-3F69-474F-900A-3DF84DCCA9D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A0E712-97D6-4E6A-93E8-9B41BB2E7DE8}"/>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BEC211EF-FEE5-475B-B7FD-51CB25CC86A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230AEC8E-B353-4638-BD04-E084E54B0AD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8A0E0E-61D1-49BA-8420-3A1D6B5498E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1C477E0C-BB7F-4666-97EA-2FF8F098E82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11BBA045-98F8-447E-A7F2-0A27C59F0278}"/>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A9CE1A0C-0D6B-480D-BFAC-177CD1E42F8A}"/>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B1F55B-55DE-4C38-8D52-D5A972FE622B}"/>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0BD5240E-C97E-4832-942F-7F7D38D85841}"/>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AE73D6-B25D-437C-8836-7143C90CECC9}"/>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4BF74D59-F27A-4E3C-BEE6-55E3CD58DE34}"/>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916FB1-B890-4450-9B1F-03914C9084C6}"/>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E1BE8448-3CA7-4AED-B25E-4A5A4E84B17D}"/>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A9587C42-A454-481E-8DC9-3D1B7407300A}"/>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274D324-A660-4DFF-BCBE-9E620A5E9C92}"/>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62EDDF3F-EA37-4BCF-B2EB-031D3395156D}"/>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C5DC8A4-6FD7-459E-A69F-B74E67CB15D7}"/>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A95F7124-A4CC-4B68-BEC9-5FAEFC03A1E8}"/>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594E64-0755-4A86-80A7-7E8A144F4BF1}"/>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BF21A139-C49C-4E80-9F58-15A9DC44C63A}"/>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4E6CB7C-B0A1-4B51-B61A-12EA7E3A7A16}"/>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3D48948A-45AF-4A56-92D6-555ADC33C989}"/>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F3EAE93-D098-479A-8807-627817F041D2}"/>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127DEBD5-9E06-4CCE-8ACD-67C0F0F1A3DF}"/>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334DE2A-540D-43CD-AE4D-8094467ECF9F}"/>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498037FA-9A1E-46EE-A03A-5DBA508A0163}"/>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B39DE72-4B49-4550-8AC7-785B84BD5993}"/>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CB6DDD5E-70B3-4CAB-81A7-893ECF97CA79}"/>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F2AC2F5-A774-4517-B6B1-B97ADEF8FFB0}"/>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52571236-2109-43CF-8EE2-63E7EB72457B}"/>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19BC4CE0-695F-4421-ACF2-0E3BDD022F7E}"/>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9CE2E119-BA28-4C3F-A4F1-54BEC2034A8F}"/>
              </a:ext>
            </a:extLst>
          </p:cNvPr>
          <p:cNvSpPr>
            <a:spLocks xmlns:a="http://schemas.openxmlformats.org/drawingml/2006/main" noGrp="1"/>
          </p:cNvSpPr>
          <p:nvPr/>
        </p:nvSpPr>
        <p:spPr>
          <a:xfrm xmlns:a="http://schemas.openxmlformats.org/drawingml/2006/main">
            <a:off x="7000875" y="4467225"/>
            <a:ext cx="4333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UINT8 sin signo: 0 … 255</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Rango físico: x ≈ S(q − Z)</a:t>
            </a:r>
          </a:p>
        </p:txBody>
      </p:sp>
      <p:sp>
        <p:nvSpPr>
          <p:cNvPr id="34" name="">
            <a:extLst xmlns:a="http://schemas.openxmlformats.org/drawingml/2006/main">
              <a:ext uri="{FF2B5EF4-FFF2-40B4-BE49-F238E27FC236}">
                <a16:creationId xmlns:a16="http://schemas.microsoft.com/office/drawing/2014/main" id="{465D5A6A-E24B-4646-A692-EE5CF373CC20}"/>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9570425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1BBB40-6C88-430A-B3E5-8CC7D177112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A2DAEA-538B-4F6C-A407-4106D0DE229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B39C29C9-4BFA-41AB-AAB8-A585B9DF26C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E8629F1F-2C1F-49B6-90C9-FC3D7960F05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AC6587-A441-4183-BE55-3D0AFD239F9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CD9B4B3F-9DDD-45ED-AB4A-9DBA98D4A07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52A4F7FE-C35C-48AB-B063-C15D8A09D951}"/>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6E5FD7FF-5895-4759-B685-A536D614BB2E}"/>
              </a:ext>
            </a:extLst>
          </p:cNvPr>
          <p:cNvSpPr>
            <a:spLocks xmlns:a="http://schemas.openxmlformats.org/drawingml/2006/main" noGrp="1"/>
          </p:cNvSpPr>
          <p:nvPr/>
        </p:nvSpPr>
        <p:spPr>
          <a:xfrm xmlns:a="http://schemas.openxmlformats.org/drawingml/2006/main">
            <a:off x="714375" y="3019425"/>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 = (xmax − xmin) / (qmax − qmin)</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q = clip(round(x/S) + Z)</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x̂ = S(q − Z)</a:t>
            </a:r>
          </a:p>
        </p:txBody>
      </p:sp>
      <p:sp>
        <p:nvSpPr>
          <p:cNvPr id="9" name="">
            <a:extLst xmlns:a="http://schemas.openxmlformats.org/drawingml/2006/main">
              <a:ext uri="{FF2B5EF4-FFF2-40B4-BE49-F238E27FC236}">
                <a16:creationId xmlns:a16="http://schemas.microsoft.com/office/drawing/2014/main" id="{DE4434A3-11FE-4347-8559-039F6404546D}"/>
              </a:ext>
            </a:extLst>
          </p:cNvPr>
          <p:cNvSpPr>
            <a:spLocks xmlns:a="http://schemas.openxmlformats.org/drawingml/2006/main" noGrp="1"/>
          </p:cNvSpPr>
          <p:nvPr/>
        </p:nvSpPr>
        <p:spPr>
          <a:xfrm xmlns:a="http://schemas.openxmlformats.org/drawingml/2006/main">
            <a:off x="714375" y="5153025"/>
            <a:ext cx="523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Escala S: separación entre niveles</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Punto cero Z: representa el cero real</a:t>
            </a:r>
          </a:p>
        </p:txBody>
      </p:sp>
      <p:pic>
        <p:nvPicPr>
          <p:cNvPr id="10" name="">
            <a:extLst xmlns:a="http://schemas.openxmlformats.org/drawingml/2006/main">
              <a:ext uri="{FF2B5EF4-FFF2-40B4-BE49-F238E27FC236}">
                <a16:creationId xmlns:a16="http://schemas.microsoft.com/office/drawing/2014/main" id="{527BF158-AABE-489C-9509-59883D130C96}"/>
              </a:ext>
            </a:extLst>
          </p:cNvPr>
          <p:cNvPicPr>
            <a:picLocks xmlns:a="http://schemas.openxmlformats.org/drawingml/2006/main" noChangeAspect="1"/>
          </p:cNvPicPr>
          <p:nvPr/>
        </p:nvPicPr>
        <p:blipFill>
          <a:blip xmlns:r="http://schemas.openxmlformats.org/officeDocument/2006/relationships" xmlns:a="http://schemas.openxmlformats.org/drawingml/2006/main" r:embed="R983e312f2ac248b3"/>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CC12A40-3739-492B-9D85-1B7A0E331743}"/>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Ejemplo didáctico; no es un histograma del modelo.</a:t>
            </a:r>
          </a:p>
        </p:txBody>
      </p:sp>
    </p:spTree>
    <p:extLst>
      <p:ext uri="{BB962C8B-B14F-4D97-AF65-F5344CB8AC3E}">
        <p14:creationId xmlns:p14="http://schemas.microsoft.com/office/powerpoint/2010/main" val="12269649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D84052E-A036-4EC9-86AF-9852F27DB53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16890C-4D0A-43C3-BB03-20784B983E4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DA125BB6-18C5-473B-84D2-1A090BC1554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113C3693-E5F6-453A-94A7-FF57189A2CB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C16916-7E61-4CDF-B045-3694D60BA69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32DD0592-EFA7-43CF-B426-254D27ED997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E2B8F04E-736F-4728-9171-7C91E90F64EA}"/>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2F7686BC-76DD-4B9D-9633-E2CECD65B28A}"/>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B71CCBA-EDAB-40FE-A0E2-31FF987D92BE}"/>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7CCAE6F3-170A-4BDB-8959-349AB4876502}"/>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A9F1F6-F3DF-4721-88BF-33EAEA7D8400}"/>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E51B1C4E-B99D-4E04-861F-D7C4EDAE1A52}"/>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2A0049D-A309-4DA4-872A-5CF0A4B83034}"/>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9021E94B-3956-4CDA-BA11-4500DEFD9EDF}"/>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1B18E2-3943-4960-B738-21D50AAA983D}"/>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2B055655-EE3D-4C85-BF6E-8EFAD66637A1}"/>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4411D5-788D-4BF4-939B-A0B557E0AB3B}"/>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AA7B3ECD-11FA-489E-97D1-35A1679DBE02}"/>
              </a:ext>
            </a:extLst>
          </p:cNvPr>
          <p:cNvSpPr>
            <a:spLocks xmlns:a="http://schemas.openxmlformats.org/drawingml/2006/main" noGrp="1"/>
          </p:cNvSpPr>
          <p:nvPr/>
        </p:nvSpPr>
        <p:spPr>
          <a:xfrm xmlns:a="http://schemas.openxmlformats.org/drawingml/2006/main">
            <a:off x="800100" y="443865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Una MLP aproxima una relación entre variables de entrada y objetivos.</a:t>
            </a:r>
          </a:p>
        </p:txBody>
      </p:sp>
      <p:sp>
        <p:nvSpPr>
          <p:cNvPr id="19" name="">
            <a:extLst xmlns:a="http://schemas.openxmlformats.org/drawingml/2006/main">
              <a:ext uri="{FF2B5EF4-FFF2-40B4-BE49-F238E27FC236}">
                <a16:creationId xmlns:a16="http://schemas.microsoft.com/office/drawing/2014/main" id="{DDF65020-2473-4519-9C14-81B115A18CBC}"/>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13006250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35ABA6C-F103-45E4-B5CB-5D87126D88C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822159-7A9D-41FC-91D3-DBFA507EED6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DFEEEFFF-F8EC-43BF-91F3-21F27835AA1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0F842872-F8AA-409B-AF1E-B25E73B4F49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AF6545D-6416-47C0-9A5C-4B6E801331C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758B9D9E-F5AC-4764-A1F2-D61BAE87DDB0}"/>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185AE2BA-46F2-4B12-AC6A-03AD9A72669B}"/>
              </a:ext>
            </a:extLst>
          </p:cNvPr>
          <p:cNvSpPr>
            <a:spLocks xmlns:a="http://schemas.openxmlformats.org/drawingml/2006/main" noGrp="1"/>
          </p:cNvSpPr>
          <p:nvPr/>
        </p:nvSpPr>
        <p:spPr>
          <a:xfrm xmlns:a="http://schemas.openxmlformats.org/drawingml/2006/main">
            <a:off x="762000" y="20288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428D6AC1-CF5B-43D8-863C-B3304F14ECD4}"/>
              </a:ext>
            </a:extLst>
          </p:cNvPr>
          <p:cNvSpPr>
            <a:spLocks xmlns:a="http://schemas.openxmlformats.org/drawingml/2006/main" noGrp="1"/>
          </p:cNvSpPr>
          <p:nvPr/>
        </p:nvSpPr>
        <p:spPr>
          <a:xfrm xmlns:a="http://schemas.openxmlformats.org/drawingml/2006/main">
            <a:off x="1581150" y="2028825"/>
            <a:ext cx="96583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78FE0451-4BF9-4724-B384-F1A9B7776CED}"/>
              </a:ext>
            </a:extLst>
          </p:cNvPr>
          <p:cNvSpPr>
            <a:spLocks xmlns:a="http://schemas.openxmlformats.org/drawingml/2006/main" noGrp="1"/>
          </p:cNvSpPr>
          <p:nvPr/>
        </p:nvSpPr>
        <p:spPr>
          <a:xfrm xmlns:a="http://schemas.openxmlformats.org/drawingml/2006/main">
            <a:off x="762000" y="3067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BDBD36CD-A1E8-4961-B78B-009520FE435A}"/>
              </a:ext>
            </a:extLst>
          </p:cNvPr>
          <p:cNvSpPr>
            <a:spLocks xmlns:a="http://schemas.openxmlformats.org/drawingml/2006/main" noGrp="1"/>
          </p:cNvSpPr>
          <p:nvPr/>
        </p:nvSpPr>
        <p:spPr>
          <a:xfrm xmlns:a="http://schemas.openxmlformats.org/drawingml/2006/main">
            <a:off x="1581150" y="3067050"/>
            <a:ext cx="96583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375C75C9-77AF-4D8D-9AF9-E394CF8E8CC3}"/>
              </a:ext>
            </a:extLst>
          </p:cNvPr>
          <p:cNvSpPr>
            <a:spLocks xmlns:a="http://schemas.openxmlformats.org/drawingml/2006/main" noGrp="1"/>
          </p:cNvSpPr>
          <p:nvPr/>
        </p:nvSpPr>
        <p:spPr>
          <a:xfrm xmlns:a="http://schemas.openxmlformats.org/drawingml/2006/main">
            <a:off x="762000" y="4105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FF1F8B41-A0A6-4000-8ED7-636345376AEF}"/>
              </a:ext>
            </a:extLst>
          </p:cNvPr>
          <p:cNvSpPr>
            <a:spLocks xmlns:a="http://schemas.openxmlformats.org/drawingml/2006/main" noGrp="1"/>
          </p:cNvSpPr>
          <p:nvPr/>
        </p:nvSpPr>
        <p:spPr>
          <a:xfrm xmlns:a="http://schemas.openxmlformats.org/drawingml/2006/main">
            <a:off x="1581150" y="4105275"/>
            <a:ext cx="96583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2249E133-F20C-43E0-8B90-EFB347115B85}"/>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2486914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06674A-31BE-4C1A-8F9C-AA43C748C02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4B3C79-AABB-4C9B-8F1A-0BE697485A3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57BC369E-B3DC-4745-BC4D-CA6763DF05E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606989EF-D824-4409-B093-8FCDC1962A5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5AEABF-2397-4875-B330-E1E6671D8A2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B79D675B-E24F-4AAA-9379-A8C4E4C0408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4A522286-26F0-4FD2-85B6-A0635E9B9954}"/>
              </a:ext>
            </a:extLst>
          </p:cNvPr>
          <p:cNvPicPr>
            <a:picLocks xmlns:a="http://schemas.openxmlformats.org/drawingml/2006/main" noChangeAspect="1"/>
          </p:cNvPicPr>
          <p:nvPr/>
        </p:nvPicPr>
        <p:blipFill>
          <a:blip xmlns:r="http://schemas.openxmlformats.org/officeDocument/2006/relationships" xmlns:a="http://schemas.openxmlformats.org/drawingml/2006/main" r:embed="R3f4c5108d8cf4197"/>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9FBBFAB-8605-4D5D-8326-F3F26BA78BFA}"/>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74FAEB57-1DD1-46DA-9653-74AAF4FC57AE}"/>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18077297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F9362CC-93E8-478D-8F9F-4F298387E72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40B950-6B33-4047-AB68-7C3AEB53566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0F2FDA90-1F78-4671-91FD-536F2C2B17F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Controlador maestro RNEA + PD</a:t>
            </a:r>
          </a:p>
        </p:txBody>
      </p:sp>
      <p:sp>
        <p:nvSpPr>
          <p:cNvPr id="4" name="">
            <a:extLst xmlns:a="http://schemas.openxmlformats.org/drawingml/2006/main">
              <a:ext uri="{FF2B5EF4-FFF2-40B4-BE49-F238E27FC236}">
                <a16:creationId xmlns:a16="http://schemas.microsoft.com/office/drawing/2014/main" id="{E9C3761C-FA61-456E-A50D-007BABFCB3F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34A80E-B8D2-48E5-84BB-44FBB8540DB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FE3F21B1-C635-488C-8556-F5B8E4ED0C9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06235A8E-787B-4B33-948A-F4458B1A5E7C}"/>
              </a:ext>
            </a:extLst>
          </p:cNvPr>
          <p:cNvSpPr>
            <a:spLocks xmlns:a="http://schemas.openxmlformats.org/drawingml/2006/main" noGrp="1"/>
          </p:cNvSpPr>
          <p:nvPr/>
        </p:nvSpPr>
        <p:spPr>
          <a:xfrm xmlns:a="http://schemas.openxmlformats.org/drawingml/2006/main">
            <a:off x="762000" y="1971675"/>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263445"/>
                </a:solidFill>
                <a:latin typeface="Lato"/>
                <a:ea typeface="Lato"/>
                <a:cs typeface="Lato"/>
              </a:defRPr>
            </a:defPPr>
          </a:lstStyle>
          <a:p xmlns:a="http://schemas.openxmlformats.org/drawingml/2006/main">
            <a:pPr algn="ctr">
              <a:defRPr sz="2700" b="1">
                <a:solidFill>
                  <a:srgbClr val="263445"/>
                </a:solidFill>
                <a:latin typeface="Lato"/>
                <a:ea typeface="Lato"/>
                <a:cs typeface="Lato"/>
              </a:defRPr>
            </a:pPr>
            <a:r>
              <a:rPr sz="2700" b="1">
                <a:solidFill>
                  <a:srgbClr val="263445"/>
                </a:solidFill>
                <a:latin typeface="Lato"/>
                <a:ea typeface="Lato"/>
                <a:cs typeface="Lato"/>
              </a:rPr>
              <a:t>τmaestro = RNEA(q, q̇, q̈d) + Kp e + Kd ė</a:t>
            </a:r>
          </a:p>
        </p:txBody>
      </p:sp>
      <p:sp>
        <p:nvSpPr>
          <p:cNvPr id="8" name="">
            <a:extLst xmlns:a="http://schemas.openxmlformats.org/drawingml/2006/main">
              <a:ext uri="{FF2B5EF4-FFF2-40B4-BE49-F238E27FC236}">
                <a16:creationId xmlns:a16="http://schemas.microsoft.com/office/drawing/2014/main" id="{9CA4ECDF-0AE5-4EBF-99A6-4B4C05411586}"/>
              </a:ext>
            </a:extLst>
          </p:cNvPr>
          <p:cNvSpPr>
            <a:spLocks xmlns:a="http://schemas.openxmlformats.org/drawingml/2006/main" noGrp="1"/>
          </p:cNvSpPr>
          <p:nvPr/>
        </p:nvSpPr>
        <p:spPr>
          <a:xfrm xmlns:a="http://schemas.openxmlformats.org/drawingml/2006/main">
            <a:off x="762000" y="3248025"/>
            <a:ext cx="2524125"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152B298E-B457-464E-B157-7750E7061172}"/>
              </a:ext>
            </a:extLst>
          </p:cNvPr>
          <p:cNvSpPr>
            <a:spLocks xmlns:a="http://schemas.openxmlformats.org/drawingml/2006/main" noGrp="1"/>
          </p:cNvSpPr>
          <p:nvPr/>
        </p:nvSpPr>
        <p:spPr>
          <a:xfrm xmlns:a="http://schemas.openxmlformats.org/drawingml/2006/main">
            <a:off x="762000" y="3248025"/>
            <a:ext cx="47625" cy="12763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5E719D-2FDB-4199-B93C-FFD63F54F483}"/>
              </a:ext>
            </a:extLst>
          </p:cNvPr>
          <p:cNvSpPr>
            <a:spLocks xmlns:a="http://schemas.openxmlformats.org/drawingml/2006/main" noGrp="1"/>
          </p:cNvSpPr>
          <p:nvPr/>
        </p:nvSpPr>
        <p:spPr>
          <a:xfrm xmlns:a="http://schemas.openxmlformats.org/drawingml/2006/main">
            <a:off x="904875" y="3390900"/>
            <a:ext cx="22574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Error de posición</a:t>
            </a:r>
          </a:p>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y velocidad</a:t>
            </a:r>
          </a:p>
        </p:txBody>
      </p:sp>
      <p:sp>
        <p:nvSpPr>
          <p:cNvPr id="11" name="">
            <a:extLst xmlns:a="http://schemas.openxmlformats.org/drawingml/2006/main">
              <a:ext uri="{FF2B5EF4-FFF2-40B4-BE49-F238E27FC236}">
                <a16:creationId xmlns:a16="http://schemas.microsoft.com/office/drawing/2014/main" id="{B05D1BB3-6BA0-40D4-AF16-FA2A7C34C996}"/>
              </a:ext>
            </a:extLst>
          </p:cNvPr>
          <p:cNvSpPr>
            <a:spLocks xmlns:a="http://schemas.openxmlformats.org/drawingml/2006/main" noGrp="1"/>
          </p:cNvSpPr>
          <p:nvPr/>
        </p:nvSpPr>
        <p:spPr>
          <a:xfrm xmlns:a="http://schemas.openxmlformats.org/drawingml/2006/main">
            <a:off x="3476625" y="3752850"/>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CCEF7A-4853-46A6-B50C-A2C0B981B5A4}"/>
              </a:ext>
            </a:extLst>
          </p:cNvPr>
          <p:cNvSpPr>
            <a:spLocks xmlns:a="http://schemas.openxmlformats.org/drawingml/2006/main" noGrp="1"/>
          </p:cNvSpPr>
          <p:nvPr/>
        </p:nvSpPr>
        <p:spPr>
          <a:xfrm xmlns:a="http://schemas.openxmlformats.org/drawingml/2006/main">
            <a:off x="4048125" y="3248025"/>
            <a:ext cx="2524125"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FDFE62EB-95AC-4929-9F30-123A4F111CD5}"/>
              </a:ext>
            </a:extLst>
          </p:cNvPr>
          <p:cNvSpPr>
            <a:spLocks xmlns:a="http://schemas.openxmlformats.org/drawingml/2006/main" noGrp="1"/>
          </p:cNvSpPr>
          <p:nvPr/>
        </p:nvSpPr>
        <p:spPr>
          <a:xfrm xmlns:a="http://schemas.openxmlformats.org/drawingml/2006/main">
            <a:off x="4048125" y="3248025"/>
            <a:ext cx="47625" cy="12763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9B2093-B1A7-4309-B002-9C7E198221C2}"/>
              </a:ext>
            </a:extLst>
          </p:cNvPr>
          <p:cNvSpPr>
            <a:spLocks xmlns:a="http://schemas.openxmlformats.org/drawingml/2006/main" noGrp="1"/>
          </p:cNvSpPr>
          <p:nvPr/>
        </p:nvSpPr>
        <p:spPr>
          <a:xfrm xmlns:a="http://schemas.openxmlformats.org/drawingml/2006/main">
            <a:off x="4191000" y="3390900"/>
            <a:ext cx="22574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PD en torque</a:t>
            </a:r>
          </a:p>
        </p:txBody>
      </p:sp>
      <p:sp>
        <p:nvSpPr>
          <p:cNvPr id="15" name="">
            <a:extLst xmlns:a="http://schemas.openxmlformats.org/drawingml/2006/main">
              <a:ext uri="{FF2B5EF4-FFF2-40B4-BE49-F238E27FC236}">
                <a16:creationId xmlns:a16="http://schemas.microsoft.com/office/drawing/2014/main" id="{293CCDED-7DD2-4D24-8C5E-CE923C2115E0}"/>
              </a:ext>
            </a:extLst>
          </p:cNvPr>
          <p:cNvSpPr>
            <a:spLocks xmlns:a="http://schemas.openxmlformats.org/drawingml/2006/main" noGrp="1"/>
          </p:cNvSpPr>
          <p:nvPr/>
        </p:nvSpPr>
        <p:spPr>
          <a:xfrm xmlns:a="http://schemas.openxmlformats.org/drawingml/2006/main">
            <a:off x="6762750" y="3752850"/>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34B003A-064D-4821-8C5E-73B6D648B118}"/>
              </a:ext>
            </a:extLst>
          </p:cNvPr>
          <p:cNvSpPr>
            <a:spLocks xmlns:a="http://schemas.openxmlformats.org/drawingml/2006/main" noGrp="1"/>
          </p:cNvSpPr>
          <p:nvPr/>
        </p:nvSpPr>
        <p:spPr>
          <a:xfrm xmlns:a="http://schemas.openxmlformats.org/drawingml/2006/main">
            <a:off x="7334250" y="3248025"/>
            <a:ext cx="3905250"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2527F9EC-DAC5-4DF6-BA3A-AEE337982F57}"/>
              </a:ext>
            </a:extLst>
          </p:cNvPr>
          <p:cNvSpPr>
            <a:spLocks xmlns:a="http://schemas.openxmlformats.org/drawingml/2006/main" noGrp="1"/>
          </p:cNvSpPr>
          <p:nvPr/>
        </p:nvSpPr>
        <p:spPr>
          <a:xfrm xmlns:a="http://schemas.openxmlformats.org/drawingml/2006/main">
            <a:off x="7334250" y="3248025"/>
            <a:ext cx="47625" cy="12763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92E3C36-25AC-4A19-8E44-A38230C0FFAB}"/>
              </a:ext>
            </a:extLst>
          </p:cNvPr>
          <p:cNvSpPr>
            <a:spLocks xmlns:a="http://schemas.openxmlformats.org/drawingml/2006/main" noGrp="1"/>
          </p:cNvSpPr>
          <p:nvPr/>
        </p:nvSpPr>
        <p:spPr>
          <a:xfrm xmlns:a="http://schemas.openxmlformats.org/drawingml/2006/main">
            <a:off x="7477125" y="339090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Suma con RNEA</a:t>
            </a:r>
          </a:p>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Torque total</a:t>
            </a:r>
          </a:p>
        </p:txBody>
      </p:sp>
      <p:sp>
        <p:nvSpPr>
          <p:cNvPr id="19" name="">
            <a:extLst xmlns:a="http://schemas.openxmlformats.org/drawingml/2006/main">
              <a:ext uri="{FF2B5EF4-FFF2-40B4-BE49-F238E27FC236}">
                <a16:creationId xmlns:a16="http://schemas.microsoft.com/office/drawing/2014/main" id="{88BEDB79-2FA1-45EB-A2B4-F1ABCAD831CC}"/>
              </a:ext>
            </a:extLst>
          </p:cNvPr>
          <p:cNvSpPr>
            <a:spLocks xmlns:a="http://schemas.openxmlformats.org/drawingml/2006/main" noGrp="1"/>
          </p:cNvSpPr>
          <p:nvPr/>
        </p:nvSpPr>
        <p:spPr>
          <a:xfrm xmlns:a="http://schemas.openxmlformats.org/drawingml/2006/main">
            <a:off x="762000" y="496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La dinámica inversa usa la aceleración deseada q̈d.</a:t>
            </a:r>
          </a:p>
        </p:txBody>
      </p:sp>
      <p:sp>
        <p:nvSpPr>
          <p:cNvPr id="20" name="">
            <a:extLst xmlns:a="http://schemas.openxmlformats.org/drawingml/2006/main">
              <a:ext uri="{FF2B5EF4-FFF2-40B4-BE49-F238E27FC236}">
                <a16:creationId xmlns:a16="http://schemas.microsoft.com/office/drawing/2014/main" id="{B5E8C940-2068-40FF-8561-7DE20AA3C8B5}"/>
              </a:ext>
            </a:extLst>
          </p:cNvPr>
          <p:cNvSpPr>
            <a:spLocks xmlns:a="http://schemas.openxmlformats.org/drawingml/2006/main" noGrp="1"/>
          </p:cNvSpPr>
          <p:nvPr/>
        </p:nvSpPr>
        <p:spPr>
          <a:xfrm xmlns:a="http://schemas.openxmlformats.org/drawingml/2006/main">
            <a:off x="762000" y="562927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del maestro se utiliza como objetivo de entrenamiento.</a:t>
            </a:r>
          </a:p>
        </p:txBody>
      </p:sp>
    </p:spTree>
    <p:extLst>
      <p:ext uri="{BB962C8B-B14F-4D97-AF65-F5344CB8AC3E}">
        <p14:creationId xmlns:p14="http://schemas.microsoft.com/office/powerpoint/2010/main" val="13227764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7FB912-A057-4DF4-9584-780D35AF093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B1FC70-EC95-4434-B54C-58A4914B6E9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A87DA45D-5EAC-4DB9-9B6B-71BD817EEDF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279A238D-414B-4C98-A6EB-99520E1DA4D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56AE816-22EA-49FB-81A2-4F141992113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988D5916-4A57-4769-9383-19A587CDE96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5BAA6A5A-860B-4736-A595-6BBBBE65F213}"/>
              </a:ext>
            </a:extLst>
          </p:cNvPr>
          <p:cNvPicPr>
            <a:picLocks xmlns:a="http://schemas.openxmlformats.org/drawingml/2006/main" noChangeAspect="1"/>
          </p:cNvPicPr>
          <p:nvPr/>
        </p:nvPicPr>
        <p:blipFill>
          <a:blip xmlns:r="http://schemas.openxmlformats.org/officeDocument/2006/relationships" xmlns:a="http://schemas.openxmlformats.org/drawingml/2006/main" r:embed="R058343cbb8334b35"/>
          <a:srcRect xmlns:a="http://schemas.openxmlformats.org/drawingml/2006/main" l="0" t="0" r="0" b="57000"/>
          <a:stretch xmlns:a="http://schemas.openxmlformats.org/drawingml/2006/main"/>
        </p:blipFill>
        <p:spPr>
          <a:xfrm xmlns:a="http://schemas.openxmlformats.org/drawingml/2006/main">
            <a:off x="666750" y="1895475"/>
            <a:ext cx="10858500" cy="3667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D30ABBB-7A89-40A7-8B76-A5AAB709EB78}"/>
              </a:ext>
            </a:extLst>
          </p:cNvPr>
          <p:cNvSpPr>
            <a:spLocks xmlns:a="http://schemas.openxmlformats.org/drawingml/2006/main" noGrp="1"/>
          </p:cNvSpPr>
          <p:nvPr/>
        </p:nvSpPr>
        <p:spPr>
          <a:xfrm xmlns:a="http://schemas.openxmlformats.org/drawingml/2006/main">
            <a:off x="857250" y="55435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0F766E"/>
                </a:solidFill>
                <a:latin typeface="Lato"/>
                <a:ea typeface="Lato"/>
                <a:cs typeface="Lato"/>
              </a:defRPr>
            </a:defPPr>
          </a:lstStyle>
          <a:p xmlns:a="http://schemas.openxmlformats.org/drawingml/2006/main">
            <a:pPr algn="ctr">
              <a:defRPr sz="2700" b="1">
                <a:solidFill>
                  <a:srgbClr val="0F766E"/>
                </a:solidFill>
                <a:latin typeface="Lato"/>
                <a:ea typeface="Lato"/>
                <a:cs typeface="Lato"/>
              </a:defRPr>
            </a:pPr>
            <a:r>
              <a:rPr sz="2700" b="1">
                <a:solidFill>
                  <a:srgbClr val="0F766E"/>
                </a:solidFill>
                <a:latin typeface="Lato"/>
                <a:ea typeface="Lato"/>
                <a:cs typeface="Lato"/>
              </a:rPr>
              <a:t>42 → 256 → 512 → 256 → 128 → 6</a:t>
            </a:r>
          </a:p>
        </p:txBody>
      </p:sp>
    </p:spTree>
    <p:extLst>
      <p:ext uri="{BB962C8B-B14F-4D97-AF65-F5344CB8AC3E}">
        <p14:creationId xmlns:p14="http://schemas.microsoft.com/office/powerpoint/2010/main" val="8817800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758EC32-BEC9-4D0F-9E33-E6C6E236E58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CF647E-C071-4B8D-9448-D661FEA0F65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7769AE93-1F04-45A7-B830-EDE2A03389E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Arquitectura del predictor de torque total</a:t>
            </a:r>
          </a:p>
        </p:txBody>
      </p:sp>
      <p:sp>
        <p:nvSpPr>
          <p:cNvPr id="4" name="">
            <a:extLst xmlns:a="http://schemas.openxmlformats.org/drawingml/2006/main">
              <a:ext uri="{FF2B5EF4-FFF2-40B4-BE49-F238E27FC236}">
                <a16:creationId xmlns:a16="http://schemas.microsoft.com/office/drawing/2014/main" id="{82A7CCCD-DE16-46DA-B573-3E9AFF6BCAA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14BBE8-2D38-407C-89EF-E6EE1B2E498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AF76AE92-939E-46AC-B196-9EF63E39E2DE}"/>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A349634E-0050-4E63-A85E-B45C52EE191E}"/>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93F63961-FC30-4EBE-9569-759FE7CC91FA}"/>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9AF1993-C1EE-466C-B352-732A35E447B6}"/>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49DA50E8-9366-4BBB-AA85-21F47499BEA9}"/>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9C81094-70AE-4916-A839-4391318FF76E}"/>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AB046A-2403-46D9-A07E-A3C2CC6DDECB}"/>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51762613-668C-4DB1-A70E-2946F4DCD5DD}"/>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9D40C8-A847-4294-99CA-CBFF6C4A7928}"/>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CC19FF09-0F13-4E98-9C3A-61A89C585A29}"/>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72B5472-D36A-43D0-A034-6452A862AD88}"/>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5996A0BF-C9EF-4210-942D-AB2D35A80ADD}"/>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0654CDB-67AC-472F-AD59-EC9722092FBC}"/>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1275DEE7-52A3-47CA-868F-D9866B656ECF}"/>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95D796A-7946-46CF-A736-F95E42AF6EF8}"/>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8E066ABC-643C-4B62-A237-4D5315434304}"/>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6C7591-CB6E-4BA6-950C-54801C1C6DEF}"/>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Escala de salida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71E9904B-C672-4B12-A6C3-8B1E7945267B}"/>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8415D1-E2F7-437E-8E3D-E3FE4442C60A}"/>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4C968436-0514-42A9-9892-01C7A49A443D}"/>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A10B225-4E5C-4F3B-90C4-125C26BE42BD}"/>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62320E6C-4762-43C1-80AA-4F0C6C7DBC05}"/>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49FEFCB-229D-4B98-BB76-9B0AAF748E5A}"/>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14D8C008-54EA-4C13-9757-2DE0F694D4CD}"/>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8CC5777-BECE-4C66-A435-AE707B5D72A0}"/>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22E3A7D2-2E60-4B80-B9D1-63686262E9FD}"/>
              </a:ext>
            </a:extLst>
          </p:cNvPr>
          <p:cNvSpPr>
            <a:spLocks xmlns:a="http://schemas.openxmlformats.org/drawingml/2006/main" noGrp="1"/>
          </p:cNvSpPr>
          <p:nvPr/>
        </p:nvSpPr>
        <p:spPr>
          <a:xfrm xmlns:a="http://schemas.openxmlformats.org/drawingml/2006/main">
            <a:off x="666750" y="4838700"/>
            <a:ext cx="10858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Referencias y estado articular → entradas de la red</a:t>
            </a:r>
          </a:p>
        </p:txBody>
      </p:sp>
      <p:sp>
        <p:nvSpPr>
          <p:cNvPr id="32" name="">
            <a:extLst xmlns:a="http://schemas.openxmlformats.org/drawingml/2006/main">
              <a:ext uri="{FF2B5EF4-FFF2-40B4-BE49-F238E27FC236}">
                <a16:creationId xmlns:a16="http://schemas.microsoft.com/office/drawing/2014/main" id="{2535D898-E526-4147-90EE-12DFFE419F88}"/>
              </a:ext>
            </a:extLst>
          </p:cNvPr>
          <p:cNvSpPr>
            <a:spLocks xmlns:a="http://schemas.openxmlformats.org/drawingml/2006/main" noGrp="1"/>
          </p:cNvSpPr>
          <p:nvPr/>
        </p:nvSpPr>
        <p:spPr>
          <a:xfrm xmlns:a="http://schemas.openxmlformats.org/drawingml/2006/main">
            <a:off x="666750" y="5429250"/>
            <a:ext cx="1085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Control nominal: 500 Hz    ·    Referencias/datos: 100 Hz</a:t>
            </a:r>
          </a:p>
        </p:txBody>
      </p:sp>
      <p:sp>
        <p:nvSpPr>
          <p:cNvPr id="33" name="">
            <a:extLst xmlns:a="http://schemas.openxmlformats.org/drawingml/2006/main">
              <a:ext uri="{FF2B5EF4-FFF2-40B4-BE49-F238E27FC236}">
                <a16:creationId xmlns:a16="http://schemas.microsoft.com/office/drawing/2014/main" id="{086C7A81-DBC2-4F44-B4FC-FBC597DAD28C}"/>
              </a:ext>
            </a:extLst>
          </p:cNvPr>
          <p:cNvSpPr>
            <a:spLocks xmlns:a="http://schemas.openxmlformats.org/drawingml/2006/main" noGrp="1"/>
          </p:cNvSpPr>
          <p:nvPr/>
        </p:nvSpPr>
        <p:spPr>
          <a:xfrm xmlns:a="http://schemas.openxmlformats.org/drawingml/2006/main">
            <a:off x="666750" y="59436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10249893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D2E39FC-D491-41FD-AAA1-669CC778715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AEAA99-E406-4550-923F-E4A2CB5C668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685B1B2E-C648-4BCA-B8EF-CC28604BAE9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05FB1816-531B-42BA-B69D-26F6E2B79BA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C01F92-C7B8-4845-873E-D56644BCD8D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A03D3A4B-39A5-4E78-A2EA-6371CA38B57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88F78E43-AFD2-47E6-8FD2-86F86B0A2F9E}"/>
              </a:ext>
            </a:extLst>
          </p:cNvPr>
          <p:cNvSpPr>
            <a:spLocks xmlns:a="http://schemas.openxmlformats.org/drawingml/2006/main" noGrp="1"/>
          </p:cNvSpPr>
          <p:nvPr/>
        </p:nvSpPr>
        <p:spPr>
          <a:xfrm xmlns:a="http://schemas.openxmlformats.org/drawingml/2006/main">
            <a:off x="762000" y="19812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0F766E"/>
                </a:solidFill>
                <a:latin typeface="Lato"/>
                <a:ea typeface="Lato"/>
                <a:cs typeface="Lato"/>
              </a:defRPr>
            </a:defPPr>
          </a:lstStyle>
          <a:p xmlns:a="http://schemas.openxmlformats.org/drawingml/2006/main">
            <a:pPr algn="l">
              <a:defRPr sz="2550" b="1">
                <a:solidFill>
                  <a:srgbClr val="0F766E"/>
                </a:solidFill>
                <a:latin typeface="Lato"/>
                <a:ea typeface="Lato"/>
                <a:cs typeface="Lato"/>
              </a:defRPr>
            </a:pPr>
            <a:r>
              <a:rPr sz="2550" b="1">
                <a:solidFill>
                  <a:srgbClr val="0F766E"/>
                </a:solidFill>
                <a:latin typeface="Lato"/>
                <a:ea typeface="Lato"/>
                <a:cs typeface="Lato"/>
              </a:rPr>
              <a:t>42 entradas + 6 objetivos de torque</a:t>
            </a:r>
          </a:p>
        </p:txBody>
      </p:sp>
      <p:sp>
        <p:nvSpPr>
          <p:cNvPr id="8" name="">
            <a:extLst xmlns:a="http://schemas.openxmlformats.org/drawingml/2006/main">
              <a:ext uri="{FF2B5EF4-FFF2-40B4-BE49-F238E27FC236}">
                <a16:creationId xmlns:a16="http://schemas.microsoft.com/office/drawing/2014/main" id="{56DE0C78-1817-4482-A054-28788787551D}"/>
              </a:ext>
            </a:extLst>
          </p:cNvPr>
          <p:cNvSpPr>
            <a:spLocks xmlns:a="http://schemas.openxmlformats.org/drawingml/2006/main" noGrp="1"/>
          </p:cNvSpPr>
          <p:nvPr/>
        </p:nvSpPr>
        <p:spPr>
          <a:xfrm xmlns:a="http://schemas.openxmlformats.org/drawingml/2006/main">
            <a:off x="762000" y="2895600"/>
            <a:ext cx="48577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9322FF53-01A0-44C5-B1B9-40903CC8B758}"/>
              </a:ext>
            </a:extLst>
          </p:cNvPr>
          <p:cNvSpPr>
            <a:spLocks xmlns:a="http://schemas.openxmlformats.org/drawingml/2006/main" noGrp="1"/>
          </p:cNvSpPr>
          <p:nvPr/>
        </p:nvSpPr>
        <p:spPr>
          <a:xfrm xmlns:a="http://schemas.openxmlformats.org/drawingml/2006/main">
            <a:off x="762000" y="2895600"/>
            <a:ext cx="47625" cy="12668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EA97FC-1CEC-470D-B68A-B7FD1EDECAE9}"/>
              </a:ext>
            </a:extLst>
          </p:cNvPr>
          <p:cNvSpPr>
            <a:spLocks xmlns:a="http://schemas.openxmlformats.org/drawingml/2006/main" noGrp="1"/>
          </p:cNvSpPr>
          <p:nvPr/>
        </p:nvSpPr>
        <p:spPr>
          <a:xfrm xmlns:a="http://schemas.openxmlformats.org/drawingml/2006/main">
            <a:off x="904875" y="3038475"/>
            <a:ext cx="45910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Entrenamiento</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filtrada</a:t>
            </a:r>
          </a:p>
        </p:txBody>
      </p:sp>
      <p:sp>
        <p:nvSpPr>
          <p:cNvPr id="11" name="">
            <a:extLst xmlns:a="http://schemas.openxmlformats.org/drawingml/2006/main">
              <a:ext uri="{FF2B5EF4-FFF2-40B4-BE49-F238E27FC236}">
                <a16:creationId xmlns:a16="http://schemas.microsoft.com/office/drawing/2014/main" id="{2C471A60-E199-47CF-8D7C-4A824DBB8E9D}"/>
              </a:ext>
            </a:extLst>
          </p:cNvPr>
          <p:cNvSpPr>
            <a:spLocks xmlns:a="http://schemas.openxmlformats.org/drawingml/2006/main" noGrp="1"/>
          </p:cNvSpPr>
          <p:nvPr/>
        </p:nvSpPr>
        <p:spPr>
          <a:xfrm xmlns:a="http://schemas.openxmlformats.org/drawingml/2006/main">
            <a:off x="6286500" y="2895600"/>
            <a:ext cx="50482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7403DDA0-891F-48C8-97B1-EA97756316BA}"/>
              </a:ext>
            </a:extLst>
          </p:cNvPr>
          <p:cNvSpPr>
            <a:spLocks xmlns:a="http://schemas.openxmlformats.org/drawingml/2006/main" noGrp="1"/>
          </p:cNvSpPr>
          <p:nvPr/>
        </p:nvSpPr>
        <p:spPr>
          <a:xfrm xmlns:a="http://schemas.openxmlformats.org/drawingml/2006/main">
            <a:off x="6286500" y="2895600"/>
            <a:ext cx="47625" cy="12668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A9B427-CF2C-4CD7-A35A-C02D54B7E886}"/>
              </a:ext>
            </a:extLst>
          </p:cNvPr>
          <p:cNvSpPr>
            <a:spLocks xmlns:a="http://schemas.openxmlformats.org/drawingml/2006/main" noGrp="1"/>
          </p:cNvSpPr>
          <p:nvPr/>
        </p:nvSpPr>
        <p:spPr>
          <a:xfrm xmlns:a="http://schemas.openxmlformats.org/drawingml/2006/main">
            <a:off x="6429375" y="3038475"/>
            <a:ext cx="47815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Despliegue</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fijada a cero</a:t>
            </a:r>
          </a:p>
        </p:txBody>
      </p:sp>
      <p:sp>
        <p:nvSpPr>
          <p:cNvPr id="14" name="">
            <a:extLst xmlns:a="http://schemas.openxmlformats.org/drawingml/2006/main">
              <a:ext uri="{FF2B5EF4-FFF2-40B4-BE49-F238E27FC236}">
                <a16:creationId xmlns:a16="http://schemas.microsoft.com/office/drawing/2014/main" id="{2C851AE3-FDB2-4D2F-8253-A1F1EE01575F}"/>
              </a:ext>
            </a:extLst>
          </p:cNvPr>
          <p:cNvSpPr>
            <a:spLocks xmlns:a="http://schemas.openxmlformats.org/drawingml/2006/main" noGrp="1"/>
          </p:cNvSpPr>
          <p:nvPr/>
        </p:nvSpPr>
        <p:spPr>
          <a:xfrm xmlns:a="http://schemas.openxmlformats.org/drawingml/2006/main">
            <a:off x="762000" y="468630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Esta diferencia entre entradas se reconoce como una limitación.</a:t>
            </a:r>
          </a:p>
        </p:txBody>
      </p:sp>
      <p:sp>
        <p:nvSpPr>
          <p:cNvPr id="15" name="">
            <a:extLst xmlns:a="http://schemas.openxmlformats.org/drawingml/2006/main">
              <a:ext uri="{FF2B5EF4-FFF2-40B4-BE49-F238E27FC236}">
                <a16:creationId xmlns:a16="http://schemas.microsoft.com/office/drawing/2014/main" id="{38125798-A1AC-42E2-B10E-73A9E2FB4C13}"/>
              </a:ext>
            </a:extLst>
          </p:cNvPr>
          <p:cNvSpPr>
            <a:spLocks xmlns:a="http://schemas.openxmlformats.org/drawingml/2006/main" noGrp="1"/>
          </p:cNvSpPr>
          <p:nvPr/>
        </p:nvSpPr>
        <p:spPr>
          <a:xfrm xmlns:a="http://schemas.openxmlformats.org/drawingml/2006/main">
            <a:off x="762000" y="56007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526173"/>
                </a:solidFill>
                <a:latin typeface="Lato"/>
                <a:ea typeface="Lato"/>
                <a:cs typeface="Lato"/>
              </a:defRPr>
            </a:defPPr>
          </a:lstStyle>
          <a:p xmlns:a="http://schemas.openxmlformats.org/drawingml/2006/main">
            <a:pPr algn="l">
              <a:defRPr sz="2100" b="0">
                <a:solidFill>
                  <a:srgbClr val="526173"/>
                </a:solidFill>
                <a:latin typeface="Lato"/>
                <a:ea typeface="Lato"/>
                <a:cs typeface="Lato"/>
              </a:defRPr>
            </a:pPr>
            <a:r>
              <a:rPr sz="2100" b="0">
                <a:solidFill>
                  <a:srgbClr val="526173"/>
                </a:solidFill>
                <a:latin typeface="Lato"/>
                <a:ea typeface="Lato"/>
                <a:cs typeface="Lato"/>
              </a:rPr>
              <a:t>Su efecto en el seguimiento requiere ensayos controlados.</a:t>
            </a:r>
          </a:p>
        </p:txBody>
      </p:sp>
    </p:spTree>
    <p:extLst>
      <p:ext uri="{BB962C8B-B14F-4D97-AF65-F5344CB8AC3E}">
        <p14:creationId xmlns:p14="http://schemas.microsoft.com/office/powerpoint/2010/main" val="9363751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40F8AD-630D-4BA9-A133-AFFA8152B15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03AE6A-829D-44F6-86EE-9AEE4A5247A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AF6B064F-B0C4-43AA-9768-B329B550518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FA332595-BED1-488C-97A0-655E9C7F447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07092E-2D68-4975-929B-1F6074BFCBB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AF25D338-9099-4918-B1B0-9D848748168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56A51E44-51F8-4B10-BBED-0ED975899427}"/>
              </a:ext>
            </a:extLst>
          </p:cNvPr>
          <p:cNvPicPr>
            <a:picLocks xmlns:a="http://schemas.openxmlformats.org/drawingml/2006/main" noChangeAspect="1"/>
          </p:cNvPicPr>
          <p:nvPr/>
        </p:nvPicPr>
        <p:blipFill>
          <a:blip xmlns:r="http://schemas.openxmlformats.org/officeDocument/2006/relationships" xmlns:a="http://schemas.openxmlformats.org/drawingml/2006/main" r:embed="Rc441c511bab74fc7"/>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C807878-0893-4D24-8BC6-5589AD6BFAA3}"/>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Pesos: cuantización fuera de línea</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Activaciones: parámetros calculados durante la inferencia</a:t>
            </a:r>
          </a:p>
        </p:txBody>
      </p:sp>
    </p:spTree>
    <p:extLst>
      <p:ext uri="{BB962C8B-B14F-4D97-AF65-F5344CB8AC3E}">
        <p14:creationId xmlns:p14="http://schemas.microsoft.com/office/powerpoint/2010/main" val="3814134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43754E-78DF-4697-B3A4-A059D40EE2D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7CEFA3-973A-4837-9829-18EB137FE0E8}"/>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33957D55-BFF7-422F-80B8-5F1D7CA4E00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26DBD5DF-48BE-45B1-9D6C-3B97A7E299E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91C53B-36D3-4828-A46F-1D2A37778C3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F89194C4-69C0-462E-94F6-75F0CD32BDD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B9961D0A-ED5F-4B89-9D55-BA7201404B34}"/>
              </a:ext>
            </a:extLst>
          </p:cNvPr>
          <p:cNvPicPr>
            <a:picLocks xmlns:a="http://schemas.openxmlformats.org/drawingml/2006/main" noChangeAspect="1"/>
          </p:cNvPicPr>
          <p:nvPr/>
        </p:nvPicPr>
        <p:blipFill>
          <a:blip xmlns:r="http://schemas.openxmlformats.org/officeDocument/2006/relationships" xmlns:a="http://schemas.openxmlformats.org/drawingml/2006/main" r:embed="Rd0a41fcf586e4721"/>
          <a:stretch xmlns:a="http://schemas.openxmlformats.org/drawingml/2006/main"/>
        </p:blipFill>
        <p:spPr>
          <a:xfrm xmlns:a="http://schemas.openxmlformats.org/drawingml/2006/main">
            <a:off x="6572250" y="1850529"/>
            <a:ext cx="4905375" cy="398561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63BB59C-F51F-4727-B307-9847C980F04B}"/>
              </a:ext>
            </a:extLst>
          </p:cNvPr>
          <p:cNvSpPr>
            <a:spLocks xmlns:a="http://schemas.openxmlformats.org/drawingml/2006/main" noGrp="1"/>
          </p:cNvSpPr>
          <p:nvPr/>
        </p:nvSpPr>
        <p:spPr>
          <a:xfrm xmlns:a="http://schemas.openxmlformats.org/drawingml/2006/main">
            <a:off x="714375" y="2085975"/>
            <a:ext cx="5476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Tres configuraciones</a:t>
            </a:r>
          </a:p>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Analítico · FP32 · INT8</a:t>
            </a:r>
          </a:p>
        </p:txBody>
      </p:sp>
      <p:sp>
        <p:nvSpPr>
          <p:cNvPr id="9" name="">
            <a:extLst xmlns:a="http://schemas.openxmlformats.org/drawingml/2006/main">
              <a:ext uri="{FF2B5EF4-FFF2-40B4-BE49-F238E27FC236}">
                <a16:creationId xmlns:a16="http://schemas.microsoft.com/office/drawing/2014/main" id="{AFB7C601-651A-40E0-AFFA-76B291E5049D}"/>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7F9B9A3E-2916-4318-A3AB-BDA862E57D04}"/>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Tree>
    <p:extLst>
      <p:ext uri="{BB962C8B-B14F-4D97-AF65-F5344CB8AC3E}">
        <p14:creationId xmlns:p14="http://schemas.microsoft.com/office/powerpoint/2010/main" val="948185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CC7B78-B168-4BD2-AFA9-12B227FE7FF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ECEED5-DDBE-4049-ACD2-DB554E23DE0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840222E7-C112-4527-B3AF-DEABCFD5853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940E9589-F75C-4CD5-B80D-54998DF7074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4BE700-BE63-437C-A4AA-3C3C8628CF8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78DA5AA7-2C72-418C-94D9-996D78ECBB60}"/>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16527F3F-38F9-443F-A1FE-43544651E985}"/>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27493ed35d5947ce"/>
          </a:graphicData>
        </a:graphic>
      </p:graphicFrame>
      <p:sp>
        <p:nvSpPr>
          <p:cNvPr id="8" name="">
            <a:extLst xmlns:a="http://schemas.openxmlformats.org/drawingml/2006/main">
              <a:ext uri="{FF2B5EF4-FFF2-40B4-BE49-F238E27FC236}">
                <a16:creationId xmlns:a16="http://schemas.microsoft.com/office/drawing/2014/main" id="{B024F3E6-8D93-4B70-8CD7-076F16CE1866}"/>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2AB67E42-C84A-4CC3-8587-88E2882BBE49}"/>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ADFF4FDA-19ED-4132-BDC6-7FD3E27FB026}"/>
              </a:ext>
            </a:extLst>
          </p:cNvPr>
          <p:cNvSpPr>
            <a:spLocks xmlns:a="http://schemas.openxmlformats.org/drawingml/2006/main" noGrp="1"/>
          </p:cNvSpPr>
          <p:nvPr/>
        </p:nvSpPr>
        <p:spPr>
          <a:xfrm xmlns:a="http://schemas.openxmlformats.org/drawingml/2006/main">
            <a:off x="8382000" y="47910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equivale a memoria total</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de ejecución ni a energía.</a:t>
            </a:r>
          </a:p>
        </p:txBody>
      </p:sp>
    </p:spTree>
    <p:extLst>
      <p:ext uri="{BB962C8B-B14F-4D97-AF65-F5344CB8AC3E}">
        <p14:creationId xmlns:p14="http://schemas.microsoft.com/office/powerpoint/2010/main" val="19065526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F0AA54-B3B8-4048-B7D7-9BE0586AA22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D3684C-8E47-4F92-A4BB-CE70CC937EB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4AB8A391-3F47-44B6-AB03-07BC15AF406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de inferencia</a:t>
            </a:r>
          </a:p>
        </p:txBody>
      </p:sp>
      <p:sp>
        <p:nvSpPr>
          <p:cNvPr id="4" name="">
            <a:extLst xmlns:a="http://schemas.openxmlformats.org/drawingml/2006/main">
              <a:ext uri="{FF2B5EF4-FFF2-40B4-BE49-F238E27FC236}">
                <a16:creationId xmlns:a16="http://schemas.microsoft.com/office/drawing/2014/main" id="{E627BBEF-EE40-40AF-B795-3B8D4603913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959D16-0F68-4F8C-A24C-DDE16108B98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0C50C072-EF42-4C67-86BD-CDDA802CD07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D3F3BAE2-F4A2-4C4A-B558-4E3F34AD34A4}"/>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730d101dcc5a4ad1"/>
          </a:graphicData>
        </a:graphic>
      </p:graphicFrame>
      <p:sp>
        <p:nvSpPr>
          <p:cNvPr id="8" name="">
            <a:extLst xmlns:a="http://schemas.openxmlformats.org/drawingml/2006/main">
              <a:ext uri="{FF2B5EF4-FFF2-40B4-BE49-F238E27FC236}">
                <a16:creationId xmlns:a16="http://schemas.microsoft.com/office/drawing/2014/main" id="{B54B12CF-1DAD-43A1-9718-1E93D71484ED}"/>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F20EC278-D1E8-4C56-920C-44055280C97F}"/>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EE619375-04AB-4EF7-AD15-60E6B5F37858}"/>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9968979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27B4C6-16E1-46DA-AA89-C3388251F14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C4EB25-5611-4928-A5CE-35B31B5AEF32}"/>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BEB192C8-88EB-45F9-8AA7-F208511C4F9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D374EF8F-79AB-45B5-BAF0-39E9ADC714C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2A350F4-02B9-4A4B-AD17-9AEEA8238B2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F98CD03C-422E-4B6E-A98C-CA66C26A2BA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409551E7-5976-4D84-9C21-D3FC9EDAD329}"/>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068fe9c759b6462d"/>
          </a:graphicData>
        </a:graphic>
      </p:graphicFrame>
      <p:sp>
        <p:nvSpPr>
          <p:cNvPr id="8" name="">
            <a:extLst xmlns:a="http://schemas.openxmlformats.org/drawingml/2006/main">
              <a:ext uri="{FF2B5EF4-FFF2-40B4-BE49-F238E27FC236}">
                <a16:creationId xmlns:a16="http://schemas.microsoft.com/office/drawing/2014/main" id="{0E2F02AC-0D97-44A8-96FF-410C83FB7159}"/>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2BC588F8-EF68-4D10-AF87-272BBEDB03CF}"/>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789CDE7C-035B-4BA5-8987-B9FED4FBACD1}"/>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102CAAE3-F187-43AB-98BC-759CD5EA9810}"/>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2124998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FBD18F-E824-4387-9D3F-46C41F1718D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FF5ED1-7CEE-4979-B7FA-64C74BC25EC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410930F2-055C-4A93-ABAB-CD946D6ACBA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CA8EED38-BAE9-4467-B6AA-32174848DDB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4B3948-F452-45C4-ABFF-0263F10B64F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9326B4D5-ADC2-4373-8B5E-24A5E6AC623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F21C2310-BF5F-4BCF-93AD-F4DB7A77BB8D}"/>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238500"/>
                <a:gridCol w="5143500"/>
                <a:gridCol w="2428875"/>
              </a:tblGrid>
              <a:tr h="641985">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641985">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RMSE &lt;0.05 rad</a:t>
                      </a:r>
                    </a:p>
                  </a:txBody>
                  <a:tcPr marL="91440" marR="91440" marT="45720" marB="45720">
                    <a:solidFill>
                      <a:srgbClr val="F8FAFC"/>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8FAFC"/>
                    </a:solidFill>
                  </a:tcPr>
                </a:tc>
                <a:tc>
                  <a:txBody>
                    <a:bodyPr/>
                    <a:lstStyle/>
                    <a:p>
                      <a:r>
                        <a:rPr sz="1875" b="0">
                          <a:solidFill>
                            <a:srgbClr val="263445"/>
                          </a:solidFill>
                          <a:latin typeface="Lato"/>
                          <a:ea typeface="Lato"/>
                          <a:cs typeface="Lato"/>
                        </a:rPr>
                        <a:t>No alcanzado</a:t>
                      </a:r>
                    </a:p>
                  </a:txBody>
                  <a:tcPr marL="91440" marR="91440" marT="45720" marB="45720">
                    <a:solidFill>
                      <a:srgbClr val="F8FAFC"/>
                    </a:solidFill>
                  </a:tcPr>
                </a:tc>
              </a:tr>
              <a:tr h="641985">
                <a:tc>
                  <a:txBody>
                    <a:bodyPr/>
                    <a:lstStyle/>
                    <a:p>
                      <a:r>
                        <a:rPr sz="1875" b="0">
                          <a:solidFill>
                            <a:srgbClr val="263445"/>
                          </a:solidFill>
                          <a:latin typeface="Lato"/>
                          <a:ea typeface="Lato"/>
                          <a:cs typeface="Lato"/>
                        </a:rPr>
                        <a:t>Ciclo total y jitter</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FFFFF"/>
                    </a:solidFill>
                  </a:tcPr>
                </a:tc>
                <a:tc>
                  <a:txBody>
                    <a:bodyPr/>
                    <a:lstStyle/>
                    <a:p>
                      <a:r>
                        <a:rPr sz="1875" b="0">
                          <a:solidFill>
                            <a:srgbClr val="263445"/>
                          </a:solidFill>
                          <a:latin typeface="Lato"/>
                          <a:ea typeface="Lato"/>
                          <a:cs typeface="Lato"/>
                        </a:rPr>
                        <a:t>Por verificar</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Consumo eléctrico</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8FAFC"/>
                    </a:solidFill>
                  </a:tcPr>
                </a:tc>
                <a:tc>
                  <a:txBody>
                    <a:bodyPr/>
                    <a:lstStyle/>
                    <a:p>
                      <a:r>
                        <a:rPr sz="1875" b="0">
                          <a:solidFill>
                            <a:srgbClr val="263445"/>
                          </a:solidFill>
                          <a:latin typeface="Lato"/>
                          <a:ea typeface="Lato"/>
                          <a:cs typeface="Lato"/>
                        </a:rPr>
                        <a:t>Pendiente</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A9BF0B95-8C44-4FFE-A1C3-B4227DB9DA3C}"/>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59441642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8E2A849-7035-4F81-A639-E66CF30FD5E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B4EC96-EDEB-49AF-BB85-FB6179FEB39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AA2AE6BD-80EB-4E46-9D48-B13B2D5D599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5F6A3857-16EC-43B3-BF7B-63E95ECC1A3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0501055-5BE0-4028-A057-6AFE66B5DE9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8F0C3279-E1D1-4AB9-BDB6-08779BDF0DF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822791F1-D5AD-4C93-9178-A2F43ACA6EBF}"/>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4990ED46-383B-41B8-BAB5-B73660593B23}"/>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predictor de torque total en simulación.</a:t>
            </a:r>
          </a:p>
        </p:txBody>
      </p:sp>
      <p:sp>
        <p:nvSpPr>
          <p:cNvPr id="9" name="">
            <a:extLst xmlns:a="http://schemas.openxmlformats.org/drawingml/2006/main">
              <a:ext uri="{FF2B5EF4-FFF2-40B4-BE49-F238E27FC236}">
                <a16:creationId xmlns:a16="http://schemas.microsoft.com/office/drawing/2014/main" id="{110D46B3-46F5-4413-A92A-3C9C743823F7}"/>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9687949D-A6EC-4DCA-B7AE-276A9DFF91C5}"/>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E229B7A9-A6C1-4269-B9C0-5855F7CE1A50}"/>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E2AFB1A4-497A-479E-9399-2FA33AF487E4}"/>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10333087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58497F-2012-44C2-9CC0-F9BF307186D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2D023A-7B5B-4210-A4F6-E6BC8CCDC07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F84AA060-325C-404E-AFFA-C2DEB0A7D58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7AA3A1BF-7E66-4AFF-892A-AEF26346B06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E0398A-C11A-4FE9-82FB-218ED6A6904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F1827C4F-BF96-4393-8D33-AC39DC791F5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054860D4-54CA-4318-ABE5-DFFE936018D2}"/>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versión corregida, 2026.</a:t>
            </a:r>
          </a:p>
        </p:txBody>
      </p:sp>
      <p:sp>
        <p:nvSpPr>
          <p:cNvPr id="8" name="">
            <a:extLst xmlns:a="http://schemas.openxmlformats.org/drawingml/2006/main">
              <a:ext uri="{FF2B5EF4-FFF2-40B4-BE49-F238E27FC236}">
                <a16:creationId xmlns:a16="http://schemas.microsoft.com/office/drawing/2014/main" id="{C27E9245-6182-433F-A492-52777618038C}"/>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9549AAB4-45AD-4266-9858-00D8CAD9D418}"/>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213872A7-8ECD-463E-8342-148FDDA6F26C}"/>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79EC3C68-D9BC-4C2E-AC29-EA473D445C96}"/>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FE09B210-12BC-4FD0-854F-FFE525DC5F72}"/>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417618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2026-10-07T17:48:33.9700000Z</dcterms:created>
  <dcterms:modified xsi:type="dcterms:W3CDTF">2026-10-07T17:48:33.9700000Z</dcterms:modified>
</coreProperties>
</file>